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20104100" cy="11309350"/>
  <p:notesSz cx="20104100" cy="113093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14"/>
    <p:restoredTop sz="94694"/>
  </p:normalViewPr>
  <p:slideViewPr>
    <p:cSldViewPr>
      <p:cViewPr varScale="1">
        <p:scale>
          <a:sx n="80" d="100"/>
          <a:sy n="80" d="100"/>
        </p:scale>
        <p:origin x="1168" y="21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851776" y="98339"/>
            <a:ext cx="16642140" cy="10479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8159838" y="10343709"/>
            <a:ext cx="1629744" cy="5547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11079988"/>
            <a:ext cx="20104059" cy="228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382974" y="1394775"/>
            <a:ext cx="7377557" cy="88593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101935" y="3379900"/>
            <a:ext cx="3088005" cy="520065"/>
          </a:xfrm>
          <a:custGeom>
            <a:avLst/>
            <a:gdLst/>
            <a:ahLst/>
            <a:cxnLst/>
            <a:rect l="l" t="t" r="r" b="b"/>
            <a:pathLst>
              <a:path w="3088004" h="520064">
                <a:moveTo>
                  <a:pt x="281240" y="513525"/>
                </a:moveTo>
                <a:lnTo>
                  <a:pt x="117428" y="513525"/>
                </a:lnTo>
                <a:lnTo>
                  <a:pt x="0" y="39022"/>
                </a:lnTo>
                <a:lnTo>
                  <a:pt x="143810" y="39022"/>
                </a:lnTo>
                <a:lnTo>
                  <a:pt x="194984" y="274035"/>
                </a:lnTo>
                <a:lnTo>
                  <a:pt x="201812" y="309764"/>
                </a:lnTo>
                <a:lnTo>
                  <a:pt x="203682" y="325064"/>
                </a:lnTo>
                <a:lnTo>
                  <a:pt x="202318" y="333942"/>
                </a:lnTo>
                <a:lnTo>
                  <a:pt x="200777" y="357072"/>
                </a:lnTo>
                <a:lnTo>
                  <a:pt x="201643" y="377626"/>
                </a:lnTo>
                <a:lnTo>
                  <a:pt x="204918" y="395602"/>
                </a:lnTo>
                <a:lnTo>
                  <a:pt x="307492" y="395602"/>
                </a:lnTo>
                <a:lnTo>
                  <a:pt x="281240" y="513525"/>
                </a:lnTo>
                <a:close/>
              </a:path>
              <a:path w="3088004" h="520064">
                <a:moveTo>
                  <a:pt x="307492" y="395602"/>
                </a:moveTo>
                <a:lnTo>
                  <a:pt x="204918" y="395602"/>
                </a:lnTo>
                <a:lnTo>
                  <a:pt x="206781" y="370562"/>
                </a:lnTo>
                <a:lnTo>
                  <a:pt x="205746" y="341950"/>
                </a:lnTo>
                <a:lnTo>
                  <a:pt x="211390" y="282336"/>
                </a:lnTo>
                <a:lnTo>
                  <a:pt x="221084" y="237488"/>
                </a:lnTo>
                <a:lnTo>
                  <a:pt x="225655" y="218537"/>
                </a:lnTo>
                <a:lnTo>
                  <a:pt x="267620" y="39022"/>
                </a:lnTo>
                <a:lnTo>
                  <a:pt x="400632" y="39022"/>
                </a:lnTo>
                <a:lnTo>
                  <a:pt x="435843" y="195229"/>
                </a:lnTo>
                <a:lnTo>
                  <a:pt x="334371" y="195229"/>
                </a:lnTo>
                <a:lnTo>
                  <a:pt x="330491" y="209132"/>
                </a:lnTo>
                <a:lnTo>
                  <a:pt x="328666" y="224338"/>
                </a:lnTo>
                <a:lnTo>
                  <a:pt x="328896" y="240849"/>
                </a:lnTo>
                <a:lnTo>
                  <a:pt x="331198" y="258754"/>
                </a:lnTo>
                <a:lnTo>
                  <a:pt x="334001" y="274035"/>
                </a:lnTo>
                <a:lnTo>
                  <a:pt x="330893" y="289402"/>
                </a:lnTo>
                <a:lnTo>
                  <a:pt x="328237" y="301977"/>
                </a:lnTo>
                <a:lnTo>
                  <a:pt x="323159" y="325064"/>
                </a:lnTo>
                <a:lnTo>
                  <a:pt x="313788" y="367320"/>
                </a:lnTo>
                <a:lnTo>
                  <a:pt x="307492" y="395602"/>
                </a:lnTo>
                <a:close/>
              </a:path>
              <a:path w="3088004" h="520064">
                <a:moveTo>
                  <a:pt x="579119" y="395602"/>
                </a:moveTo>
                <a:lnTo>
                  <a:pt x="461985" y="395602"/>
                </a:lnTo>
                <a:lnTo>
                  <a:pt x="465482" y="379795"/>
                </a:lnTo>
                <a:lnTo>
                  <a:pt x="466526" y="360845"/>
                </a:lnTo>
                <a:lnTo>
                  <a:pt x="465115" y="338751"/>
                </a:lnTo>
                <a:lnTo>
                  <a:pt x="462650" y="322656"/>
                </a:lnTo>
                <a:lnTo>
                  <a:pt x="463665" y="314043"/>
                </a:lnTo>
                <a:lnTo>
                  <a:pt x="470943" y="274742"/>
                </a:lnTo>
                <a:lnTo>
                  <a:pt x="522970" y="39022"/>
                </a:lnTo>
                <a:lnTo>
                  <a:pt x="666904" y="39022"/>
                </a:lnTo>
                <a:lnTo>
                  <a:pt x="579119" y="395602"/>
                </a:lnTo>
                <a:close/>
              </a:path>
              <a:path w="3088004" h="520064">
                <a:moveTo>
                  <a:pt x="334001" y="274035"/>
                </a:moveTo>
                <a:lnTo>
                  <a:pt x="331182" y="258667"/>
                </a:lnTo>
                <a:lnTo>
                  <a:pt x="328896" y="240849"/>
                </a:lnTo>
                <a:lnTo>
                  <a:pt x="328666" y="224338"/>
                </a:lnTo>
                <a:lnTo>
                  <a:pt x="330491" y="209132"/>
                </a:lnTo>
                <a:lnTo>
                  <a:pt x="334371" y="195229"/>
                </a:lnTo>
                <a:lnTo>
                  <a:pt x="338582" y="206707"/>
                </a:lnTo>
                <a:lnTo>
                  <a:pt x="340783" y="219183"/>
                </a:lnTo>
                <a:lnTo>
                  <a:pt x="340975" y="232657"/>
                </a:lnTo>
                <a:lnTo>
                  <a:pt x="339157" y="247130"/>
                </a:lnTo>
                <a:lnTo>
                  <a:pt x="336404" y="261739"/>
                </a:lnTo>
                <a:lnTo>
                  <a:pt x="334001" y="274035"/>
                </a:lnTo>
                <a:close/>
              </a:path>
              <a:path w="3088004" h="520064">
                <a:moveTo>
                  <a:pt x="550088" y="513525"/>
                </a:moveTo>
                <a:lnTo>
                  <a:pt x="386154" y="513525"/>
                </a:lnTo>
                <a:lnTo>
                  <a:pt x="340998" y="307992"/>
                </a:lnTo>
                <a:lnTo>
                  <a:pt x="339188" y="300214"/>
                </a:lnTo>
                <a:lnTo>
                  <a:pt x="336903" y="289162"/>
                </a:lnTo>
                <a:lnTo>
                  <a:pt x="334131" y="274742"/>
                </a:lnTo>
                <a:lnTo>
                  <a:pt x="334007" y="274004"/>
                </a:lnTo>
                <a:lnTo>
                  <a:pt x="336404" y="261739"/>
                </a:lnTo>
                <a:lnTo>
                  <a:pt x="339157" y="247130"/>
                </a:lnTo>
                <a:lnTo>
                  <a:pt x="340975" y="232657"/>
                </a:lnTo>
                <a:lnTo>
                  <a:pt x="340783" y="219183"/>
                </a:lnTo>
                <a:lnTo>
                  <a:pt x="338582" y="206707"/>
                </a:lnTo>
                <a:lnTo>
                  <a:pt x="334371" y="195229"/>
                </a:lnTo>
                <a:lnTo>
                  <a:pt x="435843" y="195229"/>
                </a:lnTo>
                <a:lnTo>
                  <a:pt x="441247" y="219183"/>
                </a:lnTo>
                <a:lnTo>
                  <a:pt x="446110" y="240004"/>
                </a:lnTo>
                <a:lnTo>
                  <a:pt x="451126" y="262928"/>
                </a:lnTo>
                <a:lnTo>
                  <a:pt x="456172" y="287431"/>
                </a:lnTo>
                <a:lnTo>
                  <a:pt x="461249" y="313513"/>
                </a:lnTo>
                <a:lnTo>
                  <a:pt x="462650" y="322656"/>
                </a:lnTo>
                <a:lnTo>
                  <a:pt x="459746" y="347287"/>
                </a:lnTo>
                <a:lnTo>
                  <a:pt x="459186" y="374473"/>
                </a:lnTo>
                <a:lnTo>
                  <a:pt x="461985" y="395602"/>
                </a:lnTo>
                <a:lnTo>
                  <a:pt x="579119" y="395602"/>
                </a:lnTo>
                <a:lnTo>
                  <a:pt x="550088" y="513525"/>
                </a:lnTo>
                <a:close/>
              </a:path>
              <a:path w="3088004" h="520064">
                <a:moveTo>
                  <a:pt x="461985" y="395602"/>
                </a:moveTo>
                <a:lnTo>
                  <a:pt x="459186" y="374473"/>
                </a:lnTo>
                <a:lnTo>
                  <a:pt x="459746" y="347287"/>
                </a:lnTo>
                <a:lnTo>
                  <a:pt x="462650" y="322656"/>
                </a:lnTo>
                <a:lnTo>
                  <a:pt x="465115" y="338751"/>
                </a:lnTo>
                <a:lnTo>
                  <a:pt x="466526" y="360845"/>
                </a:lnTo>
                <a:lnTo>
                  <a:pt x="465482" y="379795"/>
                </a:lnTo>
                <a:lnTo>
                  <a:pt x="461985" y="395602"/>
                </a:lnTo>
                <a:close/>
              </a:path>
              <a:path w="3088004" h="520064">
                <a:moveTo>
                  <a:pt x="204918" y="395602"/>
                </a:moveTo>
                <a:lnTo>
                  <a:pt x="201643" y="377626"/>
                </a:lnTo>
                <a:lnTo>
                  <a:pt x="200777" y="357072"/>
                </a:lnTo>
                <a:lnTo>
                  <a:pt x="202318" y="333942"/>
                </a:lnTo>
                <a:lnTo>
                  <a:pt x="203682" y="325064"/>
                </a:lnTo>
                <a:lnTo>
                  <a:pt x="205746" y="341950"/>
                </a:lnTo>
                <a:lnTo>
                  <a:pt x="206781" y="370562"/>
                </a:lnTo>
                <a:lnTo>
                  <a:pt x="204918" y="395602"/>
                </a:lnTo>
                <a:close/>
              </a:path>
              <a:path w="3088004" h="520064">
                <a:moveTo>
                  <a:pt x="869000" y="519658"/>
                </a:moveTo>
                <a:lnTo>
                  <a:pt x="825492" y="516537"/>
                </a:lnTo>
                <a:lnTo>
                  <a:pt x="787001" y="507173"/>
                </a:lnTo>
                <a:lnTo>
                  <a:pt x="725066" y="469720"/>
                </a:lnTo>
                <a:lnTo>
                  <a:pt x="686138" y="409561"/>
                </a:lnTo>
                <a:lnTo>
                  <a:pt x="676406" y="371822"/>
                </a:lnTo>
                <a:lnTo>
                  <a:pt x="673162" y="328976"/>
                </a:lnTo>
                <a:lnTo>
                  <a:pt x="676168" y="285040"/>
                </a:lnTo>
                <a:lnTo>
                  <a:pt x="685187" y="246365"/>
                </a:lnTo>
                <a:lnTo>
                  <a:pt x="721262" y="184792"/>
                </a:lnTo>
                <a:lnTo>
                  <a:pt x="779486" y="146509"/>
                </a:lnTo>
                <a:lnTo>
                  <a:pt x="857708" y="133746"/>
                </a:lnTo>
                <a:lnTo>
                  <a:pt x="897289" y="136546"/>
                </a:lnTo>
                <a:lnTo>
                  <a:pt x="962508" y="158942"/>
                </a:lnTo>
                <a:lnTo>
                  <a:pt x="1008547" y="203232"/>
                </a:lnTo>
                <a:lnTo>
                  <a:pt x="1025346" y="241358"/>
                </a:lnTo>
                <a:lnTo>
                  <a:pt x="862003" y="241358"/>
                </a:lnTo>
                <a:lnTo>
                  <a:pt x="854313" y="241980"/>
                </a:lnTo>
                <a:lnTo>
                  <a:pt x="824088" y="270564"/>
                </a:lnTo>
                <a:lnTo>
                  <a:pt x="1032141" y="270564"/>
                </a:lnTo>
                <a:lnTo>
                  <a:pt x="1034773" y="305660"/>
                </a:lnTo>
                <a:lnTo>
                  <a:pt x="1034773" y="372042"/>
                </a:lnTo>
                <a:lnTo>
                  <a:pt x="821018" y="372042"/>
                </a:lnTo>
                <a:lnTo>
                  <a:pt x="822178" y="377165"/>
                </a:lnTo>
                <a:lnTo>
                  <a:pt x="856914" y="405052"/>
                </a:lnTo>
                <a:lnTo>
                  <a:pt x="883482" y="408363"/>
                </a:lnTo>
                <a:lnTo>
                  <a:pt x="1012077" y="408363"/>
                </a:lnTo>
                <a:lnTo>
                  <a:pt x="1012077" y="489101"/>
                </a:lnTo>
                <a:lnTo>
                  <a:pt x="976397" y="504718"/>
                </a:lnTo>
                <a:lnTo>
                  <a:pt x="927000" y="516345"/>
                </a:lnTo>
                <a:lnTo>
                  <a:pt x="889761" y="519290"/>
                </a:lnTo>
                <a:lnTo>
                  <a:pt x="869000" y="519658"/>
                </a:lnTo>
                <a:close/>
              </a:path>
              <a:path w="3088004" h="520064">
                <a:moveTo>
                  <a:pt x="1032141" y="270564"/>
                </a:moveTo>
                <a:lnTo>
                  <a:pt x="899557" y="270564"/>
                </a:lnTo>
                <a:lnTo>
                  <a:pt x="899471" y="265907"/>
                </a:lnTo>
                <a:lnTo>
                  <a:pt x="896039" y="259892"/>
                </a:lnTo>
                <a:lnTo>
                  <a:pt x="862003" y="241358"/>
                </a:lnTo>
                <a:lnTo>
                  <a:pt x="1025346" y="241358"/>
                </a:lnTo>
                <a:lnTo>
                  <a:pt x="1031859" y="266793"/>
                </a:lnTo>
                <a:lnTo>
                  <a:pt x="1032141" y="270564"/>
                </a:lnTo>
                <a:close/>
              </a:path>
              <a:path w="3088004" h="520064">
                <a:moveTo>
                  <a:pt x="1012077" y="408363"/>
                </a:moveTo>
                <a:lnTo>
                  <a:pt x="883482" y="408363"/>
                </a:lnTo>
                <a:lnTo>
                  <a:pt x="898205" y="408011"/>
                </a:lnTo>
                <a:lnTo>
                  <a:pt x="912315" y="406954"/>
                </a:lnTo>
                <a:lnTo>
                  <a:pt x="952762" y="398800"/>
                </a:lnTo>
                <a:lnTo>
                  <a:pt x="989451" y="384750"/>
                </a:lnTo>
                <a:lnTo>
                  <a:pt x="1012077" y="374618"/>
                </a:lnTo>
                <a:lnTo>
                  <a:pt x="1012077" y="408363"/>
                </a:lnTo>
                <a:close/>
              </a:path>
              <a:path w="3088004" h="520064">
                <a:moveTo>
                  <a:pt x="1190736" y="513525"/>
                </a:moveTo>
                <a:lnTo>
                  <a:pt x="1076614" y="513525"/>
                </a:lnTo>
                <a:lnTo>
                  <a:pt x="1076614" y="10185"/>
                </a:lnTo>
                <a:lnTo>
                  <a:pt x="1222510" y="10185"/>
                </a:lnTo>
                <a:lnTo>
                  <a:pt x="1222510" y="131171"/>
                </a:lnTo>
                <a:lnTo>
                  <a:pt x="1221697" y="142538"/>
                </a:lnTo>
                <a:lnTo>
                  <a:pt x="1219259" y="156757"/>
                </a:lnTo>
                <a:lnTo>
                  <a:pt x="1215626" y="172016"/>
                </a:lnTo>
                <a:lnTo>
                  <a:pt x="1212406" y="176258"/>
                </a:lnTo>
                <a:lnTo>
                  <a:pt x="1205209" y="189826"/>
                </a:lnTo>
                <a:lnTo>
                  <a:pt x="1209505" y="193752"/>
                </a:lnTo>
                <a:lnTo>
                  <a:pt x="1406289" y="193752"/>
                </a:lnTo>
                <a:lnTo>
                  <a:pt x="1417730" y="214043"/>
                </a:lnTo>
                <a:lnTo>
                  <a:pt x="1429117" y="246822"/>
                </a:lnTo>
                <a:lnTo>
                  <a:pt x="1430433" y="254002"/>
                </a:lnTo>
                <a:lnTo>
                  <a:pt x="1257975" y="254002"/>
                </a:lnTo>
                <a:lnTo>
                  <a:pt x="1249484" y="254815"/>
                </a:lnTo>
                <a:lnTo>
                  <a:pt x="1224659" y="285046"/>
                </a:lnTo>
                <a:lnTo>
                  <a:pt x="1222510" y="313387"/>
                </a:lnTo>
                <a:lnTo>
                  <a:pt x="1222510" y="330201"/>
                </a:lnTo>
                <a:lnTo>
                  <a:pt x="1227413" y="374535"/>
                </a:lnTo>
                <a:lnTo>
                  <a:pt x="1259200" y="396953"/>
                </a:lnTo>
                <a:lnTo>
                  <a:pt x="1430610" y="396953"/>
                </a:lnTo>
                <a:lnTo>
                  <a:pt x="1429027" y="405571"/>
                </a:lnTo>
                <a:lnTo>
                  <a:pt x="1417525" y="438619"/>
                </a:lnTo>
                <a:lnTo>
                  <a:pt x="1401420" y="467144"/>
                </a:lnTo>
                <a:lnTo>
                  <a:pt x="1391058" y="478924"/>
                </a:lnTo>
                <a:lnTo>
                  <a:pt x="1209505" y="478924"/>
                </a:lnTo>
                <a:lnTo>
                  <a:pt x="1203741" y="479411"/>
                </a:lnTo>
                <a:lnTo>
                  <a:pt x="1207273" y="483039"/>
                </a:lnTo>
                <a:lnTo>
                  <a:pt x="1190736" y="513525"/>
                </a:lnTo>
                <a:close/>
              </a:path>
              <a:path w="3088004" h="520064">
                <a:moveTo>
                  <a:pt x="1406289" y="193752"/>
                </a:moveTo>
                <a:lnTo>
                  <a:pt x="1209505" y="193752"/>
                </a:lnTo>
                <a:lnTo>
                  <a:pt x="1215195" y="173828"/>
                </a:lnTo>
                <a:lnTo>
                  <a:pt x="1215626" y="172016"/>
                </a:lnTo>
                <a:lnTo>
                  <a:pt x="1257041" y="141340"/>
                </a:lnTo>
                <a:lnTo>
                  <a:pt x="1301905" y="133746"/>
                </a:lnTo>
                <a:lnTo>
                  <a:pt x="1331936" y="136999"/>
                </a:lnTo>
                <a:lnTo>
                  <a:pt x="1358594" y="146755"/>
                </a:lnTo>
                <a:lnTo>
                  <a:pt x="1381879" y="163014"/>
                </a:lnTo>
                <a:lnTo>
                  <a:pt x="1401789" y="185774"/>
                </a:lnTo>
                <a:lnTo>
                  <a:pt x="1406289" y="193752"/>
                </a:lnTo>
                <a:close/>
              </a:path>
              <a:path w="3088004" h="520064">
                <a:moveTo>
                  <a:pt x="1209505" y="193752"/>
                </a:moveTo>
                <a:lnTo>
                  <a:pt x="1205209" y="189826"/>
                </a:lnTo>
                <a:lnTo>
                  <a:pt x="1212406" y="176258"/>
                </a:lnTo>
                <a:lnTo>
                  <a:pt x="1215626" y="172016"/>
                </a:lnTo>
                <a:lnTo>
                  <a:pt x="1215195" y="173828"/>
                </a:lnTo>
                <a:lnTo>
                  <a:pt x="1209505" y="193752"/>
                </a:lnTo>
                <a:close/>
              </a:path>
              <a:path w="3088004" h="520064">
                <a:moveTo>
                  <a:pt x="1430610" y="396953"/>
                </a:moveTo>
                <a:lnTo>
                  <a:pt x="1259200" y="396953"/>
                </a:lnTo>
                <a:lnTo>
                  <a:pt x="1265598" y="395910"/>
                </a:lnTo>
                <a:lnTo>
                  <a:pt x="1271412" y="392782"/>
                </a:lnTo>
                <a:lnTo>
                  <a:pt x="1287917" y="358024"/>
                </a:lnTo>
                <a:lnTo>
                  <a:pt x="1290126" y="324680"/>
                </a:lnTo>
                <a:lnTo>
                  <a:pt x="1288116" y="293758"/>
                </a:lnTo>
                <a:lnTo>
                  <a:pt x="1282087" y="271671"/>
                </a:lnTo>
                <a:lnTo>
                  <a:pt x="1272040" y="258419"/>
                </a:lnTo>
                <a:lnTo>
                  <a:pt x="1257975" y="254002"/>
                </a:lnTo>
                <a:lnTo>
                  <a:pt x="1430433" y="254002"/>
                </a:lnTo>
                <a:lnTo>
                  <a:pt x="1435950" y="284109"/>
                </a:lnTo>
                <a:lnTo>
                  <a:pt x="1438228" y="325905"/>
                </a:lnTo>
                <a:lnTo>
                  <a:pt x="1435928" y="368000"/>
                </a:lnTo>
                <a:lnTo>
                  <a:pt x="1430610" y="396953"/>
                </a:lnTo>
                <a:close/>
              </a:path>
              <a:path w="3088004" h="520064">
                <a:moveTo>
                  <a:pt x="1207273" y="483039"/>
                </a:moveTo>
                <a:lnTo>
                  <a:pt x="1203741" y="479411"/>
                </a:lnTo>
                <a:lnTo>
                  <a:pt x="1209505" y="478924"/>
                </a:lnTo>
                <a:lnTo>
                  <a:pt x="1207273" y="483039"/>
                </a:lnTo>
                <a:close/>
              </a:path>
              <a:path w="3088004" h="520064">
                <a:moveTo>
                  <a:pt x="1298222" y="519658"/>
                </a:moveTo>
                <a:lnTo>
                  <a:pt x="1260307" y="514993"/>
                </a:lnTo>
                <a:lnTo>
                  <a:pt x="1223501" y="497449"/>
                </a:lnTo>
                <a:lnTo>
                  <a:pt x="1207273" y="483039"/>
                </a:lnTo>
                <a:lnTo>
                  <a:pt x="1209505" y="478924"/>
                </a:lnTo>
                <a:lnTo>
                  <a:pt x="1391058" y="478924"/>
                </a:lnTo>
                <a:lnTo>
                  <a:pt x="1381211" y="490119"/>
                </a:lnTo>
                <a:lnTo>
                  <a:pt x="1357275" y="506530"/>
                </a:lnTo>
                <a:lnTo>
                  <a:pt x="1329612" y="516376"/>
                </a:lnTo>
                <a:lnTo>
                  <a:pt x="1298222" y="519658"/>
                </a:lnTo>
                <a:close/>
              </a:path>
              <a:path w="3088004" h="520064">
                <a:moveTo>
                  <a:pt x="1627136" y="513525"/>
                </a:moveTo>
                <a:lnTo>
                  <a:pt x="1481240" y="513525"/>
                </a:lnTo>
                <a:lnTo>
                  <a:pt x="1481240" y="139888"/>
                </a:lnTo>
                <a:lnTo>
                  <a:pt x="1627136" y="139888"/>
                </a:lnTo>
                <a:lnTo>
                  <a:pt x="1627136" y="513525"/>
                </a:lnTo>
                <a:close/>
              </a:path>
              <a:path w="3088004" h="520064">
                <a:moveTo>
                  <a:pt x="1554620" y="132152"/>
                </a:moveTo>
                <a:lnTo>
                  <a:pt x="1521173" y="128042"/>
                </a:lnTo>
                <a:lnTo>
                  <a:pt x="1497282" y="115712"/>
                </a:lnTo>
                <a:lnTo>
                  <a:pt x="1482947" y="95159"/>
                </a:lnTo>
                <a:lnTo>
                  <a:pt x="1478169" y="66382"/>
                </a:lnTo>
                <a:lnTo>
                  <a:pt x="1479358" y="50954"/>
                </a:lnTo>
                <a:lnTo>
                  <a:pt x="1497190" y="16813"/>
                </a:lnTo>
                <a:lnTo>
                  <a:pt x="1536673" y="1051"/>
                </a:lnTo>
                <a:lnTo>
                  <a:pt x="1554620" y="0"/>
                </a:lnTo>
                <a:lnTo>
                  <a:pt x="1572632" y="1066"/>
                </a:lnTo>
                <a:lnTo>
                  <a:pt x="1612411" y="17057"/>
                </a:lnTo>
                <a:lnTo>
                  <a:pt x="1630589" y="51200"/>
                </a:lnTo>
                <a:lnTo>
                  <a:pt x="1631800" y="66382"/>
                </a:lnTo>
                <a:lnTo>
                  <a:pt x="1626977" y="95159"/>
                </a:lnTo>
                <a:lnTo>
                  <a:pt x="1612505" y="115712"/>
                </a:lnTo>
                <a:lnTo>
                  <a:pt x="1588386" y="128042"/>
                </a:lnTo>
                <a:lnTo>
                  <a:pt x="1554620" y="132152"/>
                </a:lnTo>
                <a:close/>
              </a:path>
              <a:path w="3088004" h="520064">
                <a:moveTo>
                  <a:pt x="2025873" y="186025"/>
                </a:moveTo>
                <a:lnTo>
                  <a:pt x="1810459" y="186025"/>
                </a:lnTo>
                <a:lnTo>
                  <a:pt x="1807962" y="177083"/>
                </a:lnTo>
                <a:lnTo>
                  <a:pt x="1847024" y="147489"/>
                </a:lnTo>
                <a:lnTo>
                  <a:pt x="1896834" y="134606"/>
                </a:lnTo>
                <a:lnTo>
                  <a:pt x="1915370" y="133746"/>
                </a:lnTo>
                <a:lnTo>
                  <a:pt x="1945258" y="136079"/>
                </a:lnTo>
                <a:lnTo>
                  <a:pt x="1971724" y="143074"/>
                </a:lnTo>
                <a:lnTo>
                  <a:pt x="1994768" y="154731"/>
                </a:lnTo>
                <a:lnTo>
                  <a:pt x="2014390" y="171049"/>
                </a:lnTo>
                <a:lnTo>
                  <a:pt x="2025873" y="186025"/>
                </a:lnTo>
                <a:close/>
              </a:path>
              <a:path w="3088004" h="520064">
                <a:moveTo>
                  <a:pt x="1830823" y="513525"/>
                </a:moveTo>
                <a:lnTo>
                  <a:pt x="1684927" y="513525"/>
                </a:lnTo>
                <a:lnTo>
                  <a:pt x="1684927" y="139888"/>
                </a:lnTo>
                <a:lnTo>
                  <a:pt x="1797572" y="139888"/>
                </a:lnTo>
                <a:lnTo>
                  <a:pt x="1807962" y="177083"/>
                </a:lnTo>
                <a:lnTo>
                  <a:pt x="1803462" y="183198"/>
                </a:lnTo>
                <a:lnTo>
                  <a:pt x="1810459" y="186025"/>
                </a:lnTo>
                <a:lnTo>
                  <a:pt x="2025873" y="186025"/>
                </a:lnTo>
                <a:lnTo>
                  <a:pt x="2030067" y="191496"/>
                </a:lnTo>
                <a:lnTo>
                  <a:pt x="2041265" y="215531"/>
                </a:lnTo>
                <a:lnTo>
                  <a:pt x="2047984" y="243156"/>
                </a:lnTo>
                <a:lnTo>
                  <a:pt x="2048762" y="254002"/>
                </a:lnTo>
                <a:lnTo>
                  <a:pt x="1875248" y="254002"/>
                </a:lnTo>
                <a:lnTo>
                  <a:pt x="1864586" y="255221"/>
                </a:lnTo>
                <a:lnTo>
                  <a:pt x="1836899" y="285458"/>
                </a:lnTo>
                <a:lnTo>
                  <a:pt x="1830823" y="348365"/>
                </a:lnTo>
                <a:lnTo>
                  <a:pt x="1830823" y="513525"/>
                </a:lnTo>
                <a:close/>
              </a:path>
              <a:path w="3088004" h="520064">
                <a:moveTo>
                  <a:pt x="1810459" y="186025"/>
                </a:moveTo>
                <a:lnTo>
                  <a:pt x="1803462" y="183198"/>
                </a:lnTo>
                <a:lnTo>
                  <a:pt x="1807962" y="177083"/>
                </a:lnTo>
                <a:lnTo>
                  <a:pt x="1810459" y="186025"/>
                </a:lnTo>
                <a:close/>
              </a:path>
              <a:path w="3088004" h="520064">
                <a:moveTo>
                  <a:pt x="2050224" y="513525"/>
                </a:moveTo>
                <a:lnTo>
                  <a:pt x="1904203" y="513525"/>
                </a:lnTo>
                <a:lnTo>
                  <a:pt x="1904203" y="310937"/>
                </a:lnTo>
                <a:lnTo>
                  <a:pt x="1903750" y="296451"/>
                </a:lnTo>
                <a:lnTo>
                  <a:pt x="1892140" y="258297"/>
                </a:lnTo>
                <a:lnTo>
                  <a:pt x="1884899" y="254002"/>
                </a:lnTo>
                <a:lnTo>
                  <a:pt x="2048762" y="254002"/>
                </a:lnTo>
                <a:lnTo>
                  <a:pt x="2050162" y="273509"/>
                </a:lnTo>
                <a:lnTo>
                  <a:pt x="2050224" y="513525"/>
                </a:lnTo>
                <a:close/>
              </a:path>
              <a:path w="3088004" h="520064">
                <a:moveTo>
                  <a:pt x="2163113" y="274373"/>
                </a:moveTo>
                <a:lnTo>
                  <a:pt x="2118201" y="172031"/>
                </a:lnTo>
                <a:lnTo>
                  <a:pt x="2156725" y="155281"/>
                </a:lnTo>
                <a:lnTo>
                  <a:pt x="2197932" y="143317"/>
                </a:lnTo>
                <a:lnTo>
                  <a:pt x="2241822" y="136139"/>
                </a:lnTo>
                <a:lnTo>
                  <a:pt x="2288394" y="133746"/>
                </a:lnTo>
                <a:lnTo>
                  <a:pt x="2322391" y="136048"/>
                </a:lnTo>
                <a:lnTo>
                  <a:pt x="2378650" y="154456"/>
                </a:lnTo>
                <a:lnTo>
                  <a:pt x="2418740" y="190692"/>
                </a:lnTo>
                <a:lnTo>
                  <a:pt x="2439110" y="241677"/>
                </a:lnTo>
                <a:lnTo>
                  <a:pt x="2439337" y="244429"/>
                </a:lnTo>
                <a:lnTo>
                  <a:pt x="2266311" y="244429"/>
                </a:lnTo>
                <a:lnTo>
                  <a:pt x="2246608" y="246300"/>
                </a:lnTo>
                <a:lnTo>
                  <a:pt x="2222840" y="251915"/>
                </a:lnTo>
                <a:lnTo>
                  <a:pt x="2195008" y="261272"/>
                </a:lnTo>
                <a:lnTo>
                  <a:pt x="2163113" y="274373"/>
                </a:lnTo>
                <a:close/>
              </a:path>
              <a:path w="3088004" h="520064">
                <a:moveTo>
                  <a:pt x="2441656" y="274373"/>
                </a:moveTo>
                <a:lnTo>
                  <a:pt x="2303614" y="274373"/>
                </a:lnTo>
                <a:lnTo>
                  <a:pt x="2295502" y="273422"/>
                </a:lnTo>
                <a:lnTo>
                  <a:pt x="2293802" y="261272"/>
                </a:lnTo>
                <a:lnTo>
                  <a:pt x="2288303" y="251915"/>
                </a:lnTo>
                <a:lnTo>
                  <a:pt x="2279139" y="246300"/>
                </a:lnTo>
                <a:lnTo>
                  <a:pt x="2266311" y="244429"/>
                </a:lnTo>
                <a:lnTo>
                  <a:pt x="2439337" y="244429"/>
                </a:lnTo>
                <a:lnTo>
                  <a:pt x="2441581" y="271609"/>
                </a:lnTo>
                <a:lnTo>
                  <a:pt x="2441656" y="274373"/>
                </a:lnTo>
                <a:close/>
              </a:path>
              <a:path w="3088004" h="520064">
                <a:moveTo>
                  <a:pt x="2205567" y="519658"/>
                </a:moveTo>
                <a:lnTo>
                  <a:pt x="2156611" y="511346"/>
                </a:lnTo>
                <a:lnTo>
                  <a:pt x="2118939" y="486408"/>
                </a:lnTo>
                <a:lnTo>
                  <a:pt x="2095010" y="446709"/>
                </a:lnTo>
                <a:lnTo>
                  <a:pt x="2087032" y="394377"/>
                </a:lnTo>
                <a:lnTo>
                  <a:pt x="2089716" y="365225"/>
                </a:lnTo>
                <a:lnTo>
                  <a:pt x="2111190" y="319025"/>
                </a:lnTo>
                <a:lnTo>
                  <a:pt x="2153602" y="288542"/>
                </a:lnTo>
                <a:lnTo>
                  <a:pt x="2213729" y="271609"/>
                </a:lnTo>
                <a:lnTo>
                  <a:pt x="2250236" y="268114"/>
                </a:lnTo>
                <a:lnTo>
                  <a:pt x="2295502" y="273422"/>
                </a:lnTo>
                <a:lnTo>
                  <a:pt x="2295635" y="274373"/>
                </a:lnTo>
                <a:lnTo>
                  <a:pt x="2441656" y="274373"/>
                </a:lnTo>
                <a:lnTo>
                  <a:pt x="2441656" y="358912"/>
                </a:lnTo>
                <a:lnTo>
                  <a:pt x="2296247" y="358912"/>
                </a:lnTo>
                <a:lnTo>
                  <a:pt x="2282135" y="359524"/>
                </a:lnTo>
                <a:lnTo>
                  <a:pt x="2261737" y="362035"/>
                </a:lnTo>
                <a:lnTo>
                  <a:pt x="2247167" y="367965"/>
                </a:lnTo>
                <a:lnTo>
                  <a:pt x="2238425" y="377313"/>
                </a:lnTo>
                <a:lnTo>
                  <a:pt x="2235511" y="390081"/>
                </a:lnTo>
                <a:lnTo>
                  <a:pt x="2236822" y="398348"/>
                </a:lnTo>
                <a:lnTo>
                  <a:pt x="2240755" y="404252"/>
                </a:lnTo>
                <a:lnTo>
                  <a:pt x="2247312" y="407795"/>
                </a:lnTo>
                <a:lnTo>
                  <a:pt x="2256495" y="408976"/>
                </a:lnTo>
                <a:lnTo>
                  <a:pt x="2441656" y="408976"/>
                </a:lnTo>
                <a:lnTo>
                  <a:pt x="2441656" y="458427"/>
                </a:lnTo>
                <a:lnTo>
                  <a:pt x="2320050" y="458427"/>
                </a:lnTo>
                <a:lnTo>
                  <a:pt x="2321142" y="461905"/>
                </a:lnTo>
                <a:lnTo>
                  <a:pt x="2312605" y="475988"/>
                </a:lnTo>
                <a:lnTo>
                  <a:pt x="2276002" y="507509"/>
                </a:lnTo>
                <a:lnTo>
                  <a:pt x="2225937" y="518898"/>
                </a:lnTo>
                <a:lnTo>
                  <a:pt x="2205567" y="519658"/>
                </a:lnTo>
                <a:close/>
              </a:path>
              <a:path w="3088004" h="520064">
                <a:moveTo>
                  <a:pt x="2303614" y="274373"/>
                </a:moveTo>
                <a:lnTo>
                  <a:pt x="2295635" y="274373"/>
                </a:lnTo>
                <a:lnTo>
                  <a:pt x="2295502" y="273422"/>
                </a:lnTo>
                <a:lnTo>
                  <a:pt x="2303614" y="274373"/>
                </a:lnTo>
                <a:close/>
              </a:path>
              <a:path w="3088004" h="520064">
                <a:moveTo>
                  <a:pt x="2441656" y="408976"/>
                </a:moveTo>
                <a:lnTo>
                  <a:pt x="2256495" y="408976"/>
                </a:lnTo>
                <a:lnTo>
                  <a:pt x="2264614" y="408340"/>
                </a:lnTo>
                <a:lnTo>
                  <a:pt x="2272044" y="406430"/>
                </a:lnTo>
                <a:lnTo>
                  <a:pt x="2296247" y="372286"/>
                </a:lnTo>
                <a:lnTo>
                  <a:pt x="2296247" y="358912"/>
                </a:lnTo>
                <a:lnTo>
                  <a:pt x="2441656" y="358912"/>
                </a:lnTo>
                <a:lnTo>
                  <a:pt x="2441656" y="408976"/>
                </a:lnTo>
                <a:close/>
              </a:path>
              <a:path w="3088004" h="520064">
                <a:moveTo>
                  <a:pt x="2321142" y="461905"/>
                </a:moveTo>
                <a:lnTo>
                  <a:pt x="2320050" y="458427"/>
                </a:lnTo>
                <a:lnTo>
                  <a:pt x="2322508" y="459652"/>
                </a:lnTo>
                <a:lnTo>
                  <a:pt x="2321142" y="461905"/>
                </a:lnTo>
                <a:close/>
              </a:path>
              <a:path w="3088004" h="520064">
                <a:moveTo>
                  <a:pt x="2441656" y="513525"/>
                </a:moveTo>
                <a:lnTo>
                  <a:pt x="2337351" y="513525"/>
                </a:lnTo>
                <a:lnTo>
                  <a:pt x="2321142" y="461905"/>
                </a:lnTo>
                <a:lnTo>
                  <a:pt x="2322508" y="459652"/>
                </a:lnTo>
                <a:lnTo>
                  <a:pt x="2320050" y="458427"/>
                </a:lnTo>
                <a:lnTo>
                  <a:pt x="2441656" y="458427"/>
                </a:lnTo>
                <a:lnTo>
                  <a:pt x="2441656" y="513525"/>
                </a:lnTo>
                <a:close/>
              </a:path>
              <a:path w="3088004" h="520064">
                <a:moveTo>
                  <a:pt x="2764887" y="200498"/>
                </a:moveTo>
                <a:lnTo>
                  <a:pt x="2623991" y="200498"/>
                </a:lnTo>
                <a:lnTo>
                  <a:pt x="2621809" y="191807"/>
                </a:lnTo>
                <a:lnTo>
                  <a:pt x="2659086" y="152767"/>
                </a:lnTo>
                <a:lnTo>
                  <a:pt x="2704573" y="134936"/>
                </a:lnTo>
                <a:lnTo>
                  <a:pt x="2720074" y="133746"/>
                </a:lnTo>
                <a:lnTo>
                  <a:pt x="2728331" y="133916"/>
                </a:lnTo>
                <a:lnTo>
                  <a:pt x="2736422" y="134423"/>
                </a:lnTo>
                <a:lnTo>
                  <a:pt x="2744345" y="135267"/>
                </a:lnTo>
                <a:lnTo>
                  <a:pt x="2752099" y="136448"/>
                </a:lnTo>
                <a:lnTo>
                  <a:pt x="2770625" y="139762"/>
                </a:lnTo>
                <a:lnTo>
                  <a:pt x="2764887" y="200498"/>
                </a:lnTo>
                <a:close/>
              </a:path>
              <a:path w="3088004" h="520064">
                <a:moveTo>
                  <a:pt x="2643137" y="513525"/>
                </a:moveTo>
                <a:lnTo>
                  <a:pt x="2497241" y="513525"/>
                </a:lnTo>
                <a:lnTo>
                  <a:pt x="2497241" y="139888"/>
                </a:lnTo>
                <a:lnTo>
                  <a:pt x="2608779" y="139888"/>
                </a:lnTo>
                <a:lnTo>
                  <a:pt x="2621809" y="191807"/>
                </a:lnTo>
                <a:lnTo>
                  <a:pt x="2618226" y="198786"/>
                </a:lnTo>
                <a:lnTo>
                  <a:pt x="2623991" y="200498"/>
                </a:lnTo>
                <a:lnTo>
                  <a:pt x="2764887" y="200498"/>
                </a:lnTo>
                <a:lnTo>
                  <a:pt x="2758037" y="273022"/>
                </a:lnTo>
                <a:lnTo>
                  <a:pt x="2704980" y="273022"/>
                </a:lnTo>
                <a:lnTo>
                  <a:pt x="2689289" y="273904"/>
                </a:lnTo>
                <a:lnTo>
                  <a:pt x="2651005" y="295080"/>
                </a:lnTo>
                <a:lnTo>
                  <a:pt x="2643137" y="329588"/>
                </a:lnTo>
                <a:lnTo>
                  <a:pt x="2643137" y="513525"/>
                </a:lnTo>
                <a:close/>
              </a:path>
              <a:path w="3088004" h="520064">
                <a:moveTo>
                  <a:pt x="2623991" y="200498"/>
                </a:moveTo>
                <a:lnTo>
                  <a:pt x="2618226" y="198786"/>
                </a:lnTo>
                <a:lnTo>
                  <a:pt x="2621809" y="191807"/>
                </a:lnTo>
                <a:lnTo>
                  <a:pt x="2623991" y="200498"/>
                </a:lnTo>
                <a:close/>
              </a:path>
              <a:path w="3088004" h="520064">
                <a:moveTo>
                  <a:pt x="2757376" y="280011"/>
                </a:moveTo>
                <a:lnTo>
                  <a:pt x="2743654" y="276955"/>
                </a:lnTo>
                <a:lnTo>
                  <a:pt x="2730348" y="274770"/>
                </a:lnTo>
                <a:lnTo>
                  <a:pt x="2717456" y="273459"/>
                </a:lnTo>
                <a:lnTo>
                  <a:pt x="2704980" y="273022"/>
                </a:lnTo>
                <a:lnTo>
                  <a:pt x="2758037" y="273022"/>
                </a:lnTo>
                <a:lnTo>
                  <a:pt x="2757376" y="280011"/>
                </a:lnTo>
                <a:close/>
              </a:path>
              <a:path w="3088004" h="520064">
                <a:moveTo>
                  <a:pt x="3085250" y="406526"/>
                </a:moveTo>
                <a:lnTo>
                  <a:pt x="2921248" y="406526"/>
                </a:lnTo>
                <a:lnTo>
                  <a:pt x="2932627" y="406227"/>
                </a:lnTo>
                <a:lnTo>
                  <a:pt x="2940755" y="405329"/>
                </a:lnTo>
                <a:lnTo>
                  <a:pt x="2945632" y="403832"/>
                </a:lnTo>
                <a:lnTo>
                  <a:pt x="2947258" y="401735"/>
                </a:lnTo>
                <a:lnTo>
                  <a:pt x="2947258" y="400267"/>
                </a:lnTo>
                <a:lnTo>
                  <a:pt x="2904025" y="378448"/>
                </a:lnTo>
                <a:lnTo>
                  <a:pt x="2881126" y="369223"/>
                </a:lnTo>
                <a:lnTo>
                  <a:pt x="2857397" y="358284"/>
                </a:lnTo>
                <a:lnTo>
                  <a:pt x="2821077" y="333744"/>
                </a:lnTo>
                <a:lnTo>
                  <a:pt x="2792469" y="288358"/>
                </a:lnTo>
                <a:lnTo>
                  <a:pt x="2787256" y="247986"/>
                </a:lnTo>
                <a:lnTo>
                  <a:pt x="2789747" y="223225"/>
                </a:lnTo>
                <a:lnTo>
                  <a:pt x="2810668" y="180585"/>
                </a:lnTo>
                <a:lnTo>
                  <a:pt x="2851811" y="150729"/>
                </a:lnTo>
                <a:lnTo>
                  <a:pt x="2908990" y="135634"/>
                </a:lnTo>
                <a:lnTo>
                  <a:pt x="2943331" y="133746"/>
                </a:lnTo>
                <a:lnTo>
                  <a:pt x="2961035" y="134238"/>
                </a:lnTo>
                <a:lnTo>
                  <a:pt x="3010821" y="141600"/>
                </a:lnTo>
                <a:lnTo>
                  <a:pt x="3065855" y="160213"/>
                </a:lnTo>
                <a:lnTo>
                  <a:pt x="3087633" y="169455"/>
                </a:lnTo>
                <a:lnTo>
                  <a:pt x="3057690" y="240746"/>
                </a:lnTo>
                <a:lnTo>
                  <a:pt x="2932989" y="240746"/>
                </a:lnTo>
                <a:lnTo>
                  <a:pt x="2927507" y="241240"/>
                </a:lnTo>
                <a:lnTo>
                  <a:pt x="2927507" y="243282"/>
                </a:lnTo>
                <a:lnTo>
                  <a:pt x="2929714" y="245206"/>
                </a:lnTo>
                <a:lnTo>
                  <a:pt x="2967587" y="262413"/>
                </a:lnTo>
                <a:lnTo>
                  <a:pt x="2989107" y="270933"/>
                </a:lnTo>
                <a:lnTo>
                  <a:pt x="3007098" y="278864"/>
                </a:lnTo>
                <a:lnTo>
                  <a:pt x="3047268" y="302840"/>
                </a:lnTo>
                <a:lnTo>
                  <a:pt x="3076835" y="340999"/>
                </a:lnTo>
                <a:lnTo>
                  <a:pt x="3085810" y="378963"/>
                </a:lnTo>
                <a:lnTo>
                  <a:pt x="3086330" y="394620"/>
                </a:lnTo>
                <a:lnTo>
                  <a:pt x="3085250" y="406526"/>
                </a:lnTo>
                <a:close/>
              </a:path>
              <a:path w="3088004" h="520064">
                <a:moveTo>
                  <a:pt x="3045061" y="270815"/>
                </a:moveTo>
                <a:lnTo>
                  <a:pt x="2997755" y="252081"/>
                </a:lnTo>
                <a:lnTo>
                  <a:pt x="2952141" y="241199"/>
                </a:lnTo>
                <a:lnTo>
                  <a:pt x="2943952" y="240746"/>
                </a:lnTo>
                <a:lnTo>
                  <a:pt x="3057690" y="240746"/>
                </a:lnTo>
                <a:lnTo>
                  <a:pt x="3045061" y="270815"/>
                </a:lnTo>
                <a:close/>
              </a:path>
              <a:path w="3088004" h="520064">
                <a:moveTo>
                  <a:pt x="2926156" y="519658"/>
                </a:moveTo>
                <a:lnTo>
                  <a:pt x="2872297" y="517177"/>
                </a:lnTo>
                <a:lnTo>
                  <a:pt x="2824769" y="508370"/>
                </a:lnTo>
                <a:lnTo>
                  <a:pt x="2787745" y="496342"/>
                </a:lnTo>
                <a:lnTo>
                  <a:pt x="2787745" y="371304"/>
                </a:lnTo>
                <a:lnTo>
                  <a:pt x="2809449" y="380487"/>
                </a:lnTo>
                <a:lnTo>
                  <a:pt x="2829526" y="388149"/>
                </a:lnTo>
                <a:lnTo>
                  <a:pt x="2880339" y="402245"/>
                </a:lnTo>
                <a:lnTo>
                  <a:pt x="2921248" y="406526"/>
                </a:lnTo>
                <a:lnTo>
                  <a:pt x="3085250" y="406526"/>
                </a:lnTo>
                <a:lnTo>
                  <a:pt x="3083754" y="423019"/>
                </a:lnTo>
                <a:lnTo>
                  <a:pt x="3062527" y="470076"/>
                </a:lnTo>
                <a:lnTo>
                  <a:pt x="3020715" y="501781"/>
                </a:lnTo>
                <a:lnTo>
                  <a:pt x="2961816" y="517672"/>
                </a:lnTo>
                <a:lnTo>
                  <a:pt x="2926156" y="519658"/>
                </a:lnTo>
                <a:close/>
              </a:path>
            </a:pathLst>
          </a:custGeom>
          <a:solidFill>
            <a:srgbClr val="5D5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rgbClr val="5D5D5D"/>
                </a:solidFill>
                <a:latin typeface="Noto Sans"/>
                <a:cs typeface="Noto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rgbClr val="5D5D5D"/>
                </a:solidFill>
                <a:latin typeface="Noto Sans"/>
                <a:cs typeface="Noto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950" b="0" i="0">
                <a:solidFill>
                  <a:srgbClr val="5D5D5D"/>
                </a:solidFill>
                <a:latin typeface="Noto Sans"/>
                <a:cs typeface="Noto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059" cy="113085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20682"/>
            <a:ext cx="20104060" cy="112878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851776" y="98339"/>
            <a:ext cx="16642140" cy="1047904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6871077" y="9797719"/>
            <a:ext cx="2329725" cy="78160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0" y="9657084"/>
            <a:ext cx="1373453" cy="165144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337504" y="3252473"/>
            <a:ext cx="11429091" cy="7797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950" b="0" i="0">
                <a:solidFill>
                  <a:srgbClr val="5D5D5D"/>
                </a:solidFill>
                <a:latin typeface="Noto Sans"/>
                <a:cs typeface="Noto San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3222" y="5514178"/>
            <a:ext cx="17937654" cy="4399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9/28/20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1466992" y="1871082"/>
              <a:ext cx="9107939" cy="90875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513498" y="3195933"/>
              <a:ext cx="16142225" cy="92679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" name="object 5"/>
            <p:cNvSpPr/>
            <p:nvPr/>
          </p:nvSpPr>
          <p:spPr>
            <a:xfrm>
              <a:off x="1639117" y="5778693"/>
              <a:ext cx="5042043" cy="63340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06476" y="9356459"/>
              <a:ext cx="748275" cy="74827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441463" y="9365322"/>
              <a:ext cx="748275" cy="75365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76041" y="9478869"/>
              <a:ext cx="3711271" cy="505301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51776" y="98339"/>
            <a:ext cx="17938115" cy="10800715"/>
            <a:chOff x="1851776" y="98339"/>
            <a:chExt cx="17938115" cy="10800715"/>
          </a:xfrm>
        </p:grpSpPr>
        <p:sp>
          <p:nvSpPr>
            <p:cNvPr id="3" name="object 3"/>
            <p:cNvSpPr/>
            <p:nvPr/>
          </p:nvSpPr>
          <p:spPr>
            <a:xfrm>
              <a:off x="1851776" y="98339"/>
              <a:ext cx="16642140" cy="104790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159838" y="10343709"/>
              <a:ext cx="1629744" cy="55479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0" y="11079988"/>
            <a:ext cx="20104059" cy="228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315118" y="1408273"/>
            <a:ext cx="3242945" cy="872490"/>
          </a:xfrm>
          <a:custGeom>
            <a:avLst/>
            <a:gdLst/>
            <a:ahLst/>
            <a:cxnLst/>
            <a:rect l="l" t="t" r="r" b="b"/>
            <a:pathLst>
              <a:path w="3242945" h="872489">
                <a:moveTo>
                  <a:pt x="214856" y="671200"/>
                </a:moveTo>
                <a:lnTo>
                  <a:pt x="0" y="671200"/>
                </a:lnTo>
                <a:lnTo>
                  <a:pt x="206390" y="35952"/>
                </a:lnTo>
                <a:lnTo>
                  <a:pt x="447138" y="35952"/>
                </a:lnTo>
                <a:lnTo>
                  <a:pt x="492387" y="173505"/>
                </a:lnTo>
                <a:lnTo>
                  <a:pt x="327869" y="173505"/>
                </a:lnTo>
                <a:lnTo>
                  <a:pt x="322991" y="178812"/>
                </a:lnTo>
                <a:lnTo>
                  <a:pt x="321365" y="190070"/>
                </a:lnTo>
                <a:lnTo>
                  <a:pt x="322991" y="207280"/>
                </a:lnTo>
                <a:lnTo>
                  <a:pt x="327869" y="230442"/>
                </a:lnTo>
                <a:lnTo>
                  <a:pt x="328344" y="232339"/>
                </a:lnTo>
                <a:lnTo>
                  <a:pt x="323505" y="252972"/>
                </a:lnTo>
                <a:lnTo>
                  <a:pt x="313861" y="291771"/>
                </a:lnTo>
                <a:lnTo>
                  <a:pt x="302338" y="336658"/>
                </a:lnTo>
                <a:lnTo>
                  <a:pt x="287866" y="391801"/>
                </a:lnTo>
                <a:lnTo>
                  <a:pt x="564196" y="391801"/>
                </a:lnTo>
                <a:lnTo>
                  <a:pt x="619252" y="559167"/>
                </a:lnTo>
                <a:lnTo>
                  <a:pt x="245042" y="559167"/>
                </a:lnTo>
                <a:lnTo>
                  <a:pt x="214856" y="671200"/>
                </a:lnTo>
                <a:close/>
              </a:path>
              <a:path w="3242945" h="872489">
                <a:moveTo>
                  <a:pt x="713787" y="619627"/>
                </a:moveTo>
                <a:lnTo>
                  <a:pt x="683813" y="589199"/>
                </a:lnTo>
                <a:lnTo>
                  <a:pt x="673184" y="551558"/>
                </a:lnTo>
                <a:lnTo>
                  <a:pt x="674089" y="538321"/>
                </a:lnTo>
                <a:lnTo>
                  <a:pt x="694765" y="494625"/>
                </a:lnTo>
                <a:lnTo>
                  <a:pt x="714413" y="476222"/>
                </a:lnTo>
                <a:lnTo>
                  <a:pt x="708339" y="471789"/>
                </a:lnTo>
                <a:lnTo>
                  <a:pt x="680547" y="433273"/>
                </a:lnTo>
                <a:lnTo>
                  <a:pt x="663061" y="391090"/>
                </a:lnTo>
                <a:lnTo>
                  <a:pt x="657232" y="341368"/>
                </a:lnTo>
                <a:lnTo>
                  <a:pt x="660806" y="301701"/>
                </a:lnTo>
                <a:lnTo>
                  <a:pt x="689396" y="236544"/>
                </a:lnTo>
                <a:lnTo>
                  <a:pt x="745787" y="190814"/>
                </a:lnTo>
                <a:lnTo>
                  <a:pt x="782728" y="176358"/>
                </a:lnTo>
                <a:lnTo>
                  <a:pt x="825238" y="167684"/>
                </a:lnTo>
                <a:lnTo>
                  <a:pt x="873318" y="164793"/>
                </a:lnTo>
                <a:lnTo>
                  <a:pt x="881254" y="164977"/>
                </a:lnTo>
                <a:lnTo>
                  <a:pt x="933370" y="169172"/>
                </a:lnTo>
                <a:lnTo>
                  <a:pt x="964367" y="173014"/>
                </a:lnTo>
                <a:lnTo>
                  <a:pt x="1141919" y="173014"/>
                </a:lnTo>
                <a:lnTo>
                  <a:pt x="1141919" y="279894"/>
                </a:lnTo>
                <a:lnTo>
                  <a:pt x="1118900" y="288359"/>
                </a:lnTo>
                <a:lnTo>
                  <a:pt x="875038" y="288359"/>
                </a:lnTo>
                <a:lnTo>
                  <a:pt x="861024" y="291718"/>
                </a:lnTo>
                <a:lnTo>
                  <a:pt x="851014" y="301794"/>
                </a:lnTo>
                <a:lnTo>
                  <a:pt x="845007" y="318587"/>
                </a:lnTo>
                <a:lnTo>
                  <a:pt x="843067" y="341368"/>
                </a:lnTo>
                <a:lnTo>
                  <a:pt x="843078" y="342962"/>
                </a:lnTo>
                <a:lnTo>
                  <a:pt x="845007" y="365614"/>
                </a:lnTo>
                <a:lnTo>
                  <a:pt x="851014" y="382410"/>
                </a:lnTo>
                <a:lnTo>
                  <a:pt x="861024" y="392486"/>
                </a:lnTo>
                <a:lnTo>
                  <a:pt x="875038" y="395845"/>
                </a:lnTo>
                <a:lnTo>
                  <a:pt x="1084731" y="395845"/>
                </a:lnTo>
                <a:lnTo>
                  <a:pt x="1077040" y="420206"/>
                </a:lnTo>
                <a:lnTo>
                  <a:pt x="1033326" y="475358"/>
                </a:lnTo>
                <a:lnTo>
                  <a:pt x="962034" y="509687"/>
                </a:lnTo>
                <a:lnTo>
                  <a:pt x="926599" y="516383"/>
                </a:lnTo>
                <a:lnTo>
                  <a:pt x="834500" y="516383"/>
                </a:lnTo>
                <a:lnTo>
                  <a:pt x="832207" y="518433"/>
                </a:lnTo>
                <a:lnTo>
                  <a:pt x="835646" y="519467"/>
                </a:lnTo>
                <a:lnTo>
                  <a:pt x="835646" y="520396"/>
                </a:lnTo>
                <a:lnTo>
                  <a:pt x="834994" y="520396"/>
                </a:lnTo>
                <a:lnTo>
                  <a:pt x="838795" y="521582"/>
                </a:lnTo>
                <a:lnTo>
                  <a:pt x="887673" y="527511"/>
                </a:lnTo>
                <a:lnTo>
                  <a:pt x="964611" y="527511"/>
                </a:lnTo>
                <a:lnTo>
                  <a:pt x="1017550" y="531642"/>
                </a:lnTo>
                <a:lnTo>
                  <a:pt x="1060864" y="544035"/>
                </a:lnTo>
                <a:lnTo>
                  <a:pt x="1094553" y="564689"/>
                </a:lnTo>
                <a:lnTo>
                  <a:pt x="1118616" y="593606"/>
                </a:lnTo>
                <a:lnTo>
                  <a:pt x="1128164" y="618191"/>
                </a:lnTo>
                <a:lnTo>
                  <a:pt x="719076" y="618191"/>
                </a:lnTo>
                <a:lnTo>
                  <a:pt x="713787" y="619627"/>
                </a:lnTo>
                <a:close/>
              </a:path>
              <a:path w="3242945" h="872489">
                <a:moveTo>
                  <a:pt x="328344" y="232339"/>
                </a:moveTo>
                <a:lnTo>
                  <a:pt x="327869" y="230442"/>
                </a:lnTo>
                <a:lnTo>
                  <a:pt x="322991" y="207280"/>
                </a:lnTo>
                <a:lnTo>
                  <a:pt x="321365" y="190070"/>
                </a:lnTo>
                <a:lnTo>
                  <a:pt x="322991" y="178812"/>
                </a:lnTo>
                <a:lnTo>
                  <a:pt x="327869" y="173505"/>
                </a:lnTo>
                <a:lnTo>
                  <a:pt x="332984" y="177700"/>
                </a:lnTo>
                <a:lnTo>
                  <a:pt x="335077" y="187585"/>
                </a:lnTo>
                <a:lnTo>
                  <a:pt x="334150" y="203161"/>
                </a:lnTo>
                <a:lnTo>
                  <a:pt x="330200" y="224427"/>
                </a:lnTo>
                <a:lnTo>
                  <a:pt x="328344" y="232339"/>
                </a:lnTo>
                <a:close/>
              </a:path>
              <a:path w="3242945" h="872489">
                <a:moveTo>
                  <a:pt x="564196" y="391801"/>
                </a:moveTo>
                <a:lnTo>
                  <a:pt x="369834" y="391801"/>
                </a:lnTo>
                <a:lnTo>
                  <a:pt x="349833" y="315594"/>
                </a:lnTo>
                <a:lnTo>
                  <a:pt x="345101" y="297942"/>
                </a:lnTo>
                <a:lnTo>
                  <a:pt x="339863" y="277865"/>
                </a:lnTo>
                <a:lnTo>
                  <a:pt x="334119" y="255365"/>
                </a:lnTo>
                <a:lnTo>
                  <a:pt x="328344" y="232339"/>
                </a:lnTo>
                <a:lnTo>
                  <a:pt x="330200" y="224427"/>
                </a:lnTo>
                <a:lnTo>
                  <a:pt x="334150" y="203161"/>
                </a:lnTo>
                <a:lnTo>
                  <a:pt x="335077" y="187585"/>
                </a:lnTo>
                <a:lnTo>
                  <a:pt x="332984" y="177700"/>
                </a:lnTo>
                <a:lnTo>
                  <a:pt x="327869" y="173505"/>
                </a:lnTo>
                <a:lnTo>
                  <a:pt x="492387" y="173505"/>
                </a:lnTo>
                <a:lnTo>
                  <a:pt x="564196" y="391801"/>
                </a:lnTo>
                <a:close/>
              </a:path>
              <a:path w="3242945" h="872489">
                <a:moveTo>
                  <a:pt x="1084731" y="395845"/>
                </a:moveTo>
                <a:lnTo>
                  <a:pt x="884281" y="395845"/>
                </a:lnTo>
                <a:lnTo>
                  <a:pt x="891639" y="392005"/>
                </a:lnTo>
                <a:lnTo>
                  <a:pt x="897121" y="384309"/>
                </a:lnTo>
                <a:lnTo>
                  <a:pt x="900771" y="377356"/>
                </a:lnTo>
                <a:lnTo>
                  <a:pt x="903380" y="368147"/>
                </a:lnTo>
                <a:lnTo>
                  <a:pt x="904946" y="356683"/>
                </a:lnTo>
                <a:lnTo>
                  <a:pt x="905342" y="346276"/>
                </a:lnTo>
                <a:lnTo>
                  <a:pt x="905342" y="341368"/>
                </a:lnTo>
                <a:lnTo>
                  <a:pt x="903566" y="319071"/>
                </a:lnTo>
                <a:lnTo>
                  <a:pt x="897860" y="302008"/>
                </a:lnTo>
                <a:lnTo>
                  <a:pt x="888350" y="291771"/>
                </a:lnTo>
                <a:lnTo>
                  <a:pt x="875038" y="288359"/>
                </a:lnTo>
                <a:lnTo>
                  <a:pt x="1118900" y="288359"/>
                </a:lnTo>
                <a:lnTo>
                  <a:pt x="1086209" y="300382"/>
                </a:lnTo>
                <a:lnTo>
                  <a:pt x="1088574" y="306930"/>
                </a:lnTo>
                <a:lnTo>
                  <a:pt x="1090262" y="316762"/>
                </a:lnTo>
                <a:lnTo>
                  <a:pt x="1091274" y="329877"/>
                </a:lnTo>
                <a:lnTo>
                  <a:pt x="1091612" y="346276"/>
                </a:lnTo>
                <a:lnTo>
                  <a:pt x="1087969" y="385588"/>
                </a:lnTo>
                <a:lnTo>
                  <a:pt x="1084731" y="395845"/>
                </a:lnTo>
                <a:close/>
              </a:path>
              <a:path w="3242945" h="872489">
                <a:moveTo>
                  <a:pt x="835646" y="519467"/>
                </a:moveTo>
                <a:lnTo>
                  <a:pt x="832207" y="518433"/>
                </a:lnTo>
                <a:lnTo>
                  <a:pt x="834500" y="516383"/>
                </a:lnTo>
                <a:lnTo>
                  <a:pt x="835646" y="517043"/>
                </a:lnTo>
                <a:lnTo>
                  <a:pt x="835646" y="519467"/>
                </a:lnTo>
                <a:close/>
              </a:path>
              <a:path w="3242945" h="872489">
                <a:moveTo>
                  <a:pt x="864726" y="521127"/>
                </a:moveTo>
                <a:lnTo>
                  <a:pt x="852388" y="520959"/>
                </a:lnTo>
                <a:lnTo>
                  <a:pt x="842856" y="520454"/>
                </a:lnTo>
                <a:lnTo>
                  <a:pt x="836129" y="519613"/>
                </a:lnTo>
                <a:lnTo>
                  <a:pt x="835646" y="519467"/>
                </a:lnTo>
                <a:lnTo>
                  <a:pt x="835646" y="517043"/>
                </a:lnTo>
                <a:lnTo>
                  <a:pt x="834500" y="516383"/>
                </a:lnTo>
                <a:lnTo>
                  <a:pt x="926599" y="516383"/>
                </a:lnTo>
                <a:lnTo>
                  <a:pt x="916632" y="518267"/>
                </a:lnTo>
                <a:lnTo>
                  <a:pt x="864726" y="521127"/>
                </a:lnTo>
                <a:close/>
              </a:path>
              <a:path w="3242945" h="872489">
                <a:moveTo>
                  <a:pt x="636093" y="671200"/>
                </a:moveTo>
                <a:lnTo>
                  <a:pt x="441984" y="671200"/>
                </a:lnTo>
                <a:lnTo>
                  <a:pt x="412535" y="559167"/>
                </a:lnTo>
                <a:lnTo>
                  <a:pt x="619252" y="559167"/>
                </a:lnTo>
                <a:lnTo>
                  <a:pt x="649134" y="650009"/>
                </a:lnTo>
                <a:lnTo>
                  <a:pt x="646925" y="651626"/>
                </a:lnTo>
                <a:lnTo>
                  <a:pt x="636093" y="671200"/>
                </a:lnTo>
                <a:close/>
              </a:path>
              <a:path w="3242945" h="872489">
                <a:moveTo>
                  <a:pt x="714397" y="619854"/>
                </a:moveTo>
                <a:lnTo>
                  <a:pt x="713787" y="619627"/>
                </a:lnTo>
                <a:lnTo>
                  <a:pt x="719076" y="618191"/>
                </a:lnTo>
                <a:lnTo>
                  <a:pt x="714397" y="619854"/>
                </a:lnTo>
                <a:close/>
              </a:path>
              <a:path w="3242945" h="872489">
                <a:moveTo>
                  <a:pt x="1128809" y="619854"/>
                </a:moveTo>
                <a:lnTo>
                  <a:pt x="714397" y="619854"/>
                </a:lnTo>
                <a:lnTo>
                  <a:pt x="719076" y="618191"/>
                </a:lnTo>
                <a:lnTo>
                  <a:pt x="1128164" y="618191"/>
                </a:lnTo>
                <a:lnTo>
                  <a:pt x="1128809" y="619854"/>
                </a:lnTo>
                <a:close/>
              </a:path>
              <a:path w="3242945" h="872489">
                <a:moveTo>
                  <a:pt x="1137334" y="671200"/>
                </a:moveTo>
                <a:lnTo>
                  <a:pt x="656105" y="671200"/>
                </a:lnTo>
                <a:lnTo>
                  <a:pt x="649134" y="650009"/>
                </a:lnTo>
                <a:lnTo>
                  <a:pt x="676988" y="629616"/>
                </a:lnTo>
                <a:lnTo>
                  <a:pt x="713787" y="619627"/>
                </a:lnTo>
                <a:lnTo>
                  <a:pt x="714397" y="619854"/>
                </a:lnTo>
                <a:lnTo>
                  <a:pt x="1128809" y="619854"/>
                </a:lnTo>
                <a:lnTo>
                  <a:pt x="1133054" y="630785"/>
                </a:lnTo>
                <a:lnTo>
                  <a:pt x="1137334" y="671200"/>
                </a:lnTo>
                <a:close/>
              </a:path>
              <a:path w="3242945" h="872489">
                <a:moveTo>
                  <a:pt x="845588" y="872437"/>
                </a:moveTo>
                <a:lnTo>
                  <a:pt x="796603" y="870136"/>
                </a:lnTo>
                <a:lnTo>
                  <a:pt x="753095" y="863232"/>
                </a:lnTo>
                <a:lnTo>
                  <a:pt x="715065" y="851727"/>
                </a:lnTo>
                <a:lnTo>
                  <a:pt x="656419" y="815053"/>
                </a:lnTo>
                <a:lnTo>
                  <a:pt x="626602" y="760940"/>
                </a:lnTo>
                <a:lnTo>
                  <a:pt x="622875" y="727397"/>
                </a:lnTo>
                <a:lnTo>
                  <a:pt x="628887" y="684221"/>
                </a:lnTo>
                <a:lnTo>
                  <a:pt x="646925" y="651626"/>
                </a:lnTo>
                <a:lnTo>
                  <a:pt x="649134" y="650009"/>
                </a:lnTo>
                <a:lnTo>
                  <a:pt x="656105" y="671200"/>
                </a:lnTo>
                <a:lnTo>
                  <a:pt x="1137334" y="671200"/>
                </a:lnTo>
                <a:lnTo>
                  <a:pt x="1137867" y="676226"/>
                </a:lnTo>
                <a:lnTo>
                  <a:pt x="1136660" y="687150"/>
                </a:lnTo>
                <a:lnTo>
                  <a:pt x="836628" y="687150"/>
                </a:lnTo>
                <a:lnTo>
                  <a:pt x="826980" y="687649"/>
                </a:lnTo>
                <a:lnTo>
                  <a:pt x="792697" y="705880"/>
                </a:lnTo>
                <a:lnTo>
                  <a:pt x="792697" y="717746"/>
                </a:lnTo>
                <a:lnTo>
                  <a:pt x="826412" y="735711"/>
                </a:lnTo>
                <a:lnTo>
                  <a:pt x="853316" y="737826"/>
                </a:lnTo>
                <a:lnTo>
                  <a:pt x="1126467" y="737826"/>
                </a:lnTo>
                <a:lnTo>
                  <a:pt x="1118265" y="759576"/>
                </a:lnTo>
                <a:lnTo>
                  <a:pt x="1093763" y="793175"/>
                </a:lnTo>
                <a:lnTo>
                  <a:pt x="1059461" y="821392"/>
                </a:lnTo>
                <a:lnTo>
                  <a:pt x="1016736" y="843723"/>
                </a:lnTo>
                <a:lnTo>
                  <a:pt x="966849" y="859675"/>
                </a:lnTo>
                <a:lnTo>
                  <a:pt x="909800" y="869246"/>
                </a:lnTo>
                <a:lnTo>
                  <a:pt x="845588" y="872437"/>
                </a:lnTo>
                <a:close/>
              </a:path>
              <a:path w="3242945" h="872489">
                <a:moveTo>
                  <a:pt x="1126467" y="737826"/>
                </a:moveTo>
                <a:lnTo>
                  <a:pt x="853316" y="737826"/>
                </a:lnTo>
                <a:lnTo>
                  <a:pt x="878953" y="737098"/>
                </a:lnTo>
                <a:lnTo>
                  <a:pt x="901263" y="734912"/>
                </a:lnTo>
                <a:lnTo>
                  <a:pt x="948139" y="720365"/>
                </a:lnTo>
                <a:lnTo>
                  <a:pt x="963872" y="703225"/>
                </a:lnTo>
                <a:lnTo>
                  <a:pt x="963872" y="699134"/>
                </a:lnTo>
                <a:lnTo>
                  <a:pt x="916063" y="687456"/>
                </a:lnTo>
                <a:lnTo>
                  <a:pt x="899084" y="687150"/>
                </a:lnTo>
                <a:lnTo>
                  <a:pt x="1136660" y="687150"/>
                </a:lnTo>
                <a:lnTo>
                  <a:pt x="1132966" y="720593"/>
                </a:lnTo>
                <a:lnTo>
                  <a:pt x="1126467" y="737826"/>
                </a:lnTo>
                <a:close/>
              </a:path>
              <a:path w="3242945" h="872489">
                <a:moveTo>
                  <a:pt x="1418530" y="679422"/>
                </a:moveTo>
                <a:lnTo>
                  <a:pt x="1360520" y="675257"/>
                </a:lnTo>
                <a:lnTo>
                  <a:pt x="1309197" y="662762"/>
                </a:lnTo>
                <a:lnTo>
                  <a:pt x="1264562" y="641939"/>
                </a:lnTo>
                <a:lnTo>
                  <a:pt x="1226615" y="612789"/>
                </a:lnTo>
                <a:lnTo>
                  <a:pt x="1196338" y="576077"/>
                </a:lnTo>
                <a:lnTo>
                  <a:pt x="1174713" y="532571"/>
                </a:lnTo>
                <a:lnTo>
                  <a:pt x="1161738" y="482270"/>
                </a:lnTo>
                <a:lnTo>
                  <a:pt x="1157413" y="425177"/>
                </a:lnTo>
                <a:lnTo>
                  <a:pt x="1161424" y="366546"/>
                </a:lnTo>
                <a:lnTo>
                  <a:pt x="1173457" y="314955"/>
                </a:lnTo>
                <a:lnTo>
                  <a:pt x="1193512" y="270403"/>
                </a:lnTo>
                <a:lnTo>
                  <a:pt x="1221589" y="232892"/>
                </a:lnTo>
                <a:lnTo>
                  <a:pt x="1257065" y="203099"/>
                </a:lnTo>
                <a:lnTo>
                  <a:pt x="1299199" y="181818"/>
                </a:lnTo>
                <a:lnTo>
                  <a:pt x="1347990" y="169049"/>
                </a:lnTo>
                <a:lnTo>
                  <a:pt x="1403437" y="164793"/>
                </a:lnTo>
                <a:lnTo>
                  <a:pt x="1456176" y="168520"/>
                </a:lnTo>
                <a:lnTo>
                  <a:pt x="1502735" y="179702"/>
                </a:lnTo>
                <a:lnTo>
                  <a:pt x="1543114" y="198337"/>
                </a:lnTo>
                <a:lnTo>
                  <a:pt x="1577313" y="224427"/>
                </a:lnTo>
                <a:lnTo>
                  <a:pt x="1604582" y="257350"/>
                </a:lnTo>
                <a:lnTo>
                  <a:pt x="1624060" y="296607"/>
                </a:lnTo>
                <a:lnTo>
                  <a:pt x="1627103" y="308479"/>
                </a:lnTo>
                <a:lnTo>
                  <a:pt x="1409083" y="308479"/>
                </a:lnTo>
                <a:lnTo>
                  <a:pt x="1398866" y="309300"/>
                </a:lnTo>
                <a:lnTo>
                  <a:pt x="1362975" y="334587"/>
                </a:lnTo>
                <a:lnTo>
                  <a:pt x="1358650" y="347258"/>
                </a:lnTo>
                <a:lnTo>
                  <a:pt x="1636127" y="347258"/>
                </a:lnTo>
                <a:lnTo>
                  <a:pt x="1639644" y="394125"/>
                </a:lnTo>
                <a:lnTo>
                  <a:pt x="1639644" y="482599"/>
                </a:lnTo>
                <a:lnTo>
                  <a:pt x="1354480" y="482599"/>
                </a:lnTo>
                <a:lnTo>
                  <a:pt x="1356082" y="489393"/>
                </a:lnTo>
                <a:lnTo>
                  <a:pt x="1388281" y="520952"/>
                </a:lnTo>
                <a:lnTo>
                  <a:pt x="1437794" y="530825"/>
                </a:lnTo>
                <a:lnTo>
                  <a:pt x="1609338" y="530825"/>
                </a:lnTo>
                <a:lnTo>
                  <a:pt x="1609338" y="638680"/>
                </a:lnTo>
                <a:lnTo>
                  <a:pt x="1561788" y="659572"/>
                </a:lnTo>
                <a:lnTo>
                  <a:pt x="1517794" y="671687"/>
                </a:lnTo>
                <a:lnTo>
                  <a:pt x="1471938" y="677487"/>
                </a:lnTo>
                <a:lnTo>
                  <a:pt x="1446177" y="678938"/>
                </a:lnTo>
                <a:lnTo>
                  <a:pt x="1418530" y="679422"/>
                </a:lnTo>
                <a:close/>
              </a:path>
              <a:path w="3242945" h="872489">
                <a:moveTo>
                  <a:pt x="1636127" y="347258"/>
                </a:moveTo>
                <a:lnTo>
                  <a:pt x="1459147" y="347258"/>
                </a:lnTo>
                <a:lnTo>
                  <a:pt x="1458196" y="342309"/>
                </a:lnTo>
                <a:lnTo>
                  <a:pt x="1455588" y="336672"/>
                </a:lnTo>
                <a:lnTo>
                  <a:pt x="1419957" y="309407"/>
                </a:lnTo>
                <a:lnTo>
                  <a:pt x="1409083" y="308479"/>
                </a:lnTo>
                <a:lnTo>
                  <a:pt x="1627103" y="308479"/>
                </a:lnTo>
                <a:lnTo>
                  <a:pt x="1635748" y="342199"/>
                </a:lnTo>
                <a:lnTo>
                  <a:pt x="1636127" y="347258"/>
                </a:lnTo>
                <a:close/>
              </a:path>
              <a:path w="3242945" h="872489">
                <a:moveTo>
                  <a:pt x="1609338" y="530825"/>
                </a:moveTo>
                <a:lnTo>
                  <a:pt x="1437794" y="530825"/>
                </a:lnTo>
                <a:lnTo>
                  <a:pt x="1457441" y="530357"/>
                </a:lnTo>
                <a:lnTo>
                  <a:pt x="1476261" y="528953"/>
                </a:lnTo>
                <a:lnTo>
                  <a:pt x="1530144" y="518133"/>
                </a:lnTo>
                <a:lnTo>
                  <a:pt x="1579104" y="499297"/>
                </a:lnTo>
                <a:lnTo>
                  <a:pt x="1609338" y="485670"/>
                </a:lnTo>
                <a:lnTo>
                  <a:pt x="1609338" y="530825"/>
                </a:lnTo>
                <a:close/>
              </a:path>
              <a:path w="3242945" h="872489">
                <a:moveTo>
                  <a:pt x="2149796" y="234487"/>
                </a:moveTo>
                <a:lnTo>
                  <a:pt x="1862673" y="234487"/>
                </a:lnTo>
                <a:lnTo>
                  <a:pt x="1859369" y="222579"/>
                </a:lnTo>
                <a:lnTo>
                  <a:pt x="1892665" y="192870"/>
                </a:lnTo>
                <a:lnTo>
                  <a:pt x="1932223" y="175077"/>
                </a:lnTo>
                <a:lnTo>
                  <a:pt x="1977807" y="165936"/>
                </a:lnTo>
                <a:lnTo>
                  <a:pt x="2002553" y="164793"/>
                </a:lnTo>
                <a:lnTo>
                  <a:pt x="2042465" y="167907"/>
                </a:lnTo>
                <a:lnTo>
                  <a:pt x="2077774" y="177247"/>
                </a:lnTo>
                <a:lnTo>
                  <a:pt x="2108481" y="192815"/>
                </a:lnTo>
                <a:lnTo>
                  <a:pt x="2134588" y="214610"/>
                </a:lnTo>
                <a:lnTo>
                  <a:pt x="2149796" y="234487"/>
                </a:lnTo>
                <a:close/>
              </a:path>
              <a:path w="3242945" h="872489">
                <a:moveTo>
                  <a:pt x="1889916" y="671200"/>
                </a:moveTo>
                <a:lnTo>
                  <a:pt x="1695181" y="671200"/>
                </a:lnTo>
                <a:lnTo>
                  <a:pt x="1695181" y="173014"/>
                </a:lnTo>
                <a:lnTo>
                  <a:pt x="1845616" y="173014"/>
                </a:lnTo>
                <a:lnTo>
                  <a:pt x="1859369" y="222579"/>
                </a:lnTo>
                <a:lnTo>
                  <a:pt x="1853344" y="230811"/>
                </a:lnTo>
                <a:lnTo>
                  <a:pt x="1862673" y="234487"/>
                </a:lnTo>
                <a:lnTo>
                  <a:pt x="2149796" y="234487"/>
                </a:lnTo>
                <a:lnTo>
                  <a:pt x="2155471" y="241904"/>
                </a:lnTo>
                <a:lnTo>
                  <a:pt x="2170387" y="273968"/>
                </a:lnTo>
                <a:lnTo>
                  <a:pt x="2179337" y="310804"/>
                </a:lnTo>
                <a:lnTo>
                  <a:pt x="2180366" y="325167"/>
                </a:lnTo>
                <a:lnTo>
                  <a:pt x="1948932" y="325167"/>
                </a:lnTo>
                <a:lnTo>
                  <a:pt x="1934823" y="326785"/>
                </a:lnTo>
                <a:lnTo>
                  <a:pt x="1904271" y="351059"/>
                </a:lnTo>
                <a:lnTo>
                  <a:pt x="1893504" y="388977"/>
                </a:lnTo>
                <a:lnTo>
                  <a:pt x="1889916" y="450943"/>
                </a:lnTo>
                <a:lnTo>
                  <a:pt x="1889916" y="671200"/>
                </a:lnTo>
                <a:close/>
              </a:path>
              <a:path w="3242945" h="872489">
                <a:moveTo>
                  <a:pt x="1862673" y="234487"/>
                </a:moveTo>
                <a:lnTo>
                  <a:pt x="1853344" y="230811"/>
                </a:lnTo>
                <a:lnTo>
                  <a:pt x="1859369" y="222579"/>
                </a:lnTo>
                <a:lnTo>
                  <a:pt x="1862673" y="234487"/>
                </a:lnTo>
                <a:close/>
              </a:path>
              <a:path w="3242945" h="872489">
                <a:moveTo>
                  <a:pt x="2182320" y="671200"/>
                </a:moveTo>
                <a:lnTo>
                  <a:pt x="1987585" y="671200"/>
                </a:lnTo>
                <a:lnTo>
                  <a:pt x="1987585" y="400997"/>
                </a:lnTo>
                <a:lnTo>
                  <a:pt x="1986980" y="381734"/>
                </a:lnTo>
                <a:lnTo>
                  <a:pt x="1977894" y="342350"/>
                </a:lnTo>
                <a:lnTo>
                  <a:pt x="1948932" y="325167"/>
                </a:lnTo>
                <a:lnTo>
                  <a:pt x="2180366" y="325167"/>
                </a:lnTo>
                <a:lnTo>
                  <a:pt x="2182223" y="351059"/>
                </a:lnTo>
                <a:lnTo>
                  <a:pt x="2182320" y="671200"/>
                </a:lnTo>
                <a:close/>
              </a:path>
              <a:path w="3242945" h="872489">
                <a:moveTo>
                  <a:pt x="2719389" y="247248"/>
                </a:moveTo>
                <a:lnTo>
                  <a:pt x="2545269" y="247248"/>
                </a:lnTo>
                <a:lnTo>
                  <a:pt x="2548583" y="243934"/>
                </a:lnTo>
                <a:lnTo>
                  <a:pt x="2539802" y="223620"/>
                </a:lnTo>
                <a:lnTo>
                  <a:pt x="2533644" y="214097"/>
                </a:lnTo>
                <a:lnTo>
                  <a:pt x="2528794" y="195623"/>
                </a:lnTo>
                <a:lnTo>
                  <a:pt x="2524676" y="168819"/>
                </a:lnTo>
                <a:lnTo>
                  <a:pt x="2523303" y="141356"/>
                </a:lnTo>
                <a:lnTo>
                  <a:pt x="2523303" y="0"/>
                </a:lnTo>
                <a:lnTo>
                  <a:pt x="2719389" y="0"/>
                </a:lnTo>
                <a:lnTo>
                  <a:pt x="2719389" y="247248"/>
                </a:lnTo>
                <a:close/>
              </a:path>
              <a:path w="3242945" h="872489">
                <a:moveTo>
                  <a:pt x="2417655" y="679422"/>
                </a:moveTo>
                <a:lnTo>
                  <a:pt x="2365812" y="671537"/>
                </a:lnTo>
                <a:lnTo>
                  <a:pt x="2320959" y="647884"/>
                </a:lnTo>
                <a:lnTo>
                  <a:pt x="2284519" y="609571"/>
                </a:lnTo>
                <a:lnTo>
                  <a:pt x="2257891" y="557699"/>
                </a:lnTo>
                <a:lnTo>
                  <a:pt x="2241695" y="494564"/>
                </a:lnTo>
                <a:lnTo>
                  <a:pt x="2236294" y="422719"/>
                </a:lnTo>
                <a:lnTo>
                  <a:pt x="2239393" y="366559"/>
                </a:lnTo>
                <a:lnTo>
                  <a:pt x="2248688" y="316488"/>
                </a:lnTo>
                <a:lnTo>
                  <a:pt x="2264180" y="272506"/>
                </a:lnTo>
                <a:lnTo>
                  <a:pt x="2285871" y="234612"/>
                </a:lnTo>
                <a:lnTo>
                  <a:pt x="2313125" y="204066"/>
                </a:lnTo>
                <a:lnTo>
                  <a:pt x="2345197" y="182248"/>
                </a:lnTo>
                <a:lnTo>
                  <a:pt x="2382086" y="169157"/>
                </a:lnTo>
                <a:lnTo>
                  <a:pt x="2423788" y="164793"/>
                </a:lnTo>
                <a:lnTo>
                  <a:pt x="2444757" y="165897"/>
                </a:lnTo>
                <a:lnTo>
                  <a:pt x="2482917" y="174732"/>
                </a:lnTo>
                <a:lnTo>
                  <a:pt x="2528798" y="206603"/>
                </a:lnTo>
                <a:lnTo>
                  <a:pt x="2535658" y="221767"/>
                </a:lnTo>
                <a:lnTo>
                  <a:pt x="2545269" y="247248"/>
                </a:lnTo>
                <a:lnTo>
                  <a:pt x="2719389" y="247248"/>
                </a:lnTo>
                <a:lnTo>
                  <a:pt x="2719389" y="328481"/>
                </a:lnTo>
                <a:lnTo>
                  <a:pt x="2481462" y="328481"/>
                </a:lnTo>
                <a:lnTo>
                  <a:pt x="2471164" y="329939"/>
                </a:lnTo>
                <a:lnTo>
                  <a:pt x="2440286" y="365126"/>
                </a:lnTo>
                <a:lnTo>
                  <a:pt x="2432623" y="425177"/>
                </a:lnTo>
                <a:lnTo>
                  <a:pt x="2433483" y="447975"/>
                </a:lnTo>
                <a:lnTo>
                  <a:pt x="2446366" y="496216"/>
                </a:lnTo>
                <a:lnTo>
                  <a:pt x="2483056" y="518182"/>
                </a:lnTo>
                <a:lnTo>
                  <a:pt x="2719389" y="518182"/>
                </a:lnTo>
                <a:lnTo>
                  <a:pt x="2719389" y="605917"/>
                </a:lnTo>
                <a:lnTo>
                  <a:pt x="2540730" y="605917"/>
                </a:lnTo>
                <a:lnTo>
                  <a:pt x="2543303" y="611416"/>
                </a:lnTo>
                <a:lnTo>
                  <a:pt x="2524661" y="638281"/>
                </a:lnTo>
                <a:lnTo>
                  <a:pt x="2495726" y="661136"/>
                </a:lnTo>
                <a:lnTo>
                  <a:pt x="2460058" y="674851"/>
                </a:lnTo>
                <a:lnTo>
                  <a:pt x="2417655" y="679422"/>
                </a:lnTo>
                <a:close/>
              </a:path>
              <a:path w="3242945" h="872489">
                <a:moveTo>
                  <a:pt x="2545269" y="247248"/>
                </a:moveTo>
                <a:lnTo>
                  <a:pt x="2535658" y="221767"/>
                </a:lnTo>
                <a:lnTo>
                  <a:pt x="2533644" y="214097"/>
                </a:lnTo>
                <a:lnTo>
                  <a:pt x="2539802" y="223620"/>
                </a:lnTo>
                <a:lnTo>
                  <a:pt x="2548583" y="243934"/>
                </a:lnTo>
                <a:lnTo>
                  <a:pt x="2545269" y="247248"/>
                </a:lnTo>
                <a:close/>
              </a:path>
              <a:path w="3242945" h="872489">
                <a:moveTo>
                  <a:pt x="2719389" y="518182"/>
                </a:moveTo>
                <a:lnTo>
                  <a:pt x="2483056" y="518182"/>
                </a:lnTo>
                <a:lnTo>
                  <a:pt x="2496516" y="517048"/>
                </a:lnTo>
                <a:lnTo>
                  <a:pt x="2507812" y="513644"/>
                </a:lnTo>
                <a:lnTo>
                  <a:pt x="2533028" y="475145"/>
                </a:lnTo>
                <a:lnTo>
                  <a:pt x="2536803" y="436831"/>
                </a:lnTo>
                <a:lnTo>
                  <a:pt x="2536751" y="422719"/>
                </a:lnTo>
                <a:lnTo>
                  <a:pt x="2533428" y="377288"/>
                </a:lnTo>
                <a:lnTo>
                  <a:pt x="2515675" y="339663"/>
                </a:lnTo>
                <a:lnTo>
                  <a:pt x="2481462" y="328481"/>
                </a:lnTo>
                <a:lnTo>
                  <a:pt x="2719389" y="328481"/>
                </a:lnTo>
                <a:lnTo>
                  <a:pt x="2719389" y="518182"/>
                </a:lnTo>
                <a:close/>
              </a:path>
              <a:path w="3242945" h="872489">
                <a:moveTo>
                  <a:pt x="2543303" y="611416"/>
                </a:moveTo>
                <a:lnTo>
                  <a:pt x="2540730" y="605917"/>
                </a:lnTo>
                <a:lnTo>
                  <a:pt x="2546863" y="606286"/>
                </a:lnTo>
                <a:lnTo>
                  <a:pt x="2543303" y="611416"/>
                </a:lnTo>
                <a:close/>
              </a:path>
              <a:path w="3242945" h="872489">
                <a:moveTo>
                  <a:pt x="2719389" y="671200"/>
                </a:moveTo>
                <a:lnTo>
                  <a:pt x="2571278" y="671200"/>
                </a:lnTo>
                <a:lnTo>
                  <a:pt x="2543303" y="611416"/>
                </a:lnTo>
                <a:lnTo>
                  <a:pt x="2546863" y="606286"/>
                </a:lnTo>
                <a:lnTo>
                  <a:pt x="2540730" y="605917"/>
                </a:lnTo>
                <a:lnTo>
                  <a:pt x="2719389" y="605917"/>
                </a:lnTo>
                <a:lnTo>
                  <a:pt x="2719389" y="671200"/>
                </a:lnTo>
                <a:close/>
              </a:path>
              <a:path w="3242945" h="872489">
                <a:moveTo>
                  <a:pt x="2871245" y="352410"/>
                </a:moveTo>
                <a:lnTo>
                  <a:pt x="2811608" y="215961"/>
                </a:lnTo>
                <a:lnTo>
                  <a:pt x="2852449" y="197540"/>
                </a:lnTo>
                <a:lnTo>
                  <a:pt x="2895558" y="183213"/>
                </a:lnTo>
                <a:lnTo>
                  <a:pt x="2940934" y="172980"/>
                </a:lnTo>
                <a:lnTo>
                  <a:pt x="2988580" y="166840"/>
                </a:lnTo>
                <a:lnTo>
                  <a:pt x="3038494" y="164793"/>
                </a:lnTo>
                <a:lnTo>
                  <a:pt x="3083856" y="167861"/>
                </a:lnTo>
                <a:lnTo>
                  <a:pt x="3123987" y="177063"/>
                </a:lnTo>
                <a:lnTo>
                  <a:pt x="3158888" y="192400"/>
                </a:lnTo>
                <a:lnTo>
                  <a:pt x="3212287" y="240740"/>
                </a:lnTo>
                <a:lnTo>
                  <a:pt x="3239404" y="308780"/>
                </a:lnTo>
                <a:lnTo>
                  <a:pt x="3239712" y="312531"/>
                </a:lnTo>
                <a:lnTo>
                  <a:pt x="3009044" y="312531"/>
                </a:lnTo>
                <a:lnTo>
                  <a:pt x="2982806" y="315024"/>
                </a:lnTo>
                <a:lnTo>
                  <a:pt x="2951094" y="322502"/>
                </a:lnTo>
                <a:lnTo>
                  <a:pt x="2913907" y="334964"/>
                </a:lnTo>
                <a:lnTo>
                  <a:pt x="2871245" y="352410"/>
                </a:lnTo>
                <a:close/>
              </a:path>
              <a:path w="3242945" h="872489">
                <a:moveTo>
                  <a:pt x="3242793" y="352410"/>
                </a:moveTo>
                <a:lnTo>
                  <a:pt x="3058739" y="352410"/>
                </a:lnTo>
                <a:lnTo>
                  <a:pt x="3047886" y="351121"/>
                </a:lnTo>
                <a:lnTo>
                  <a:pt x="3045627" y="334964"/>
                </a:lnTo>
                <a:lnTo>
                  <a:pt x="3038309" y="322502"/>
                </a:lnTo>
                <a:lnTo>
                  <a:pt x="3026114" y="315024"/>
                </a:lnTo>
                <a:lnTo>
                  <a:pt x="3009044" y="312531"/>
                </a:lnTo>
                <a:lnTo>
                  <a:pt x="3239712" y="312531"/>
                </a:lnTo>
                <a:lnTo>
                  <a:pt x="3242678" y="348552"/>
                </a:lnTo>
                <a:lnTo>
                  <a:pt x="3242793" y="352410"/>
                </a:lnTo>
                <a:close/>
              </a:path>
              <a:path w="3242945" h="872489">
                <a:moveTo>
                  <a:pt x="2928055" y="679422"/>
                </a:moveTo>
                <a:lnTo>
                  <a:pt x="2862748" y="668315"/>
                </a:lnTo>
                <a:lnTo>
                  <a:pt x="2812590" y="634997"/>
                </a:lnTo>
                <a:lnTo>
                  <a:pt x="2780657" y="582052"/>
                </a:lnTo>
                <a:lnTo>
                  <a:pt x="2770010" y="512292"/>
                </a:lnTo>
                <a:lnTo>
                  <a:pt x="2773592" y="473433"/>
                </a:lnTo>
                <a:lnTo>
                  <a:pt x="2802246" y="411775"/>
                </a:lnTo>
                <a:lnTo>
                  <a:pt x="2858814" y="371069"/>
                </a:lnTo>
                <a:lnTo>
                  <a:pt x="2896002" y="357595"/>
                </a:lnTo>
                <a:lnTo>
                  <a:pt x="2938880" y="348552"/>
                </a:lnTo>
                <a:lnTo>
                  <a:pt x="2987448" y="343944"/>
                </a:lnTo>
                <a:lnTo>
                  <a:pt x="3047886" y="351121"/>
                </a:lnTo>
                <a:lnTo>
                  <a:pt x="3048067" y="352410"/>
                </a:lnTo>
                <a:lnTo>
                  <a:pt x="3242793" y="352410"/>
                </a:lnTo>
                <a:lnTo>
                  <a:pt x="3242793" y="465055"/>
                </a:lnTo>
                <a:lnTo>
                  <a:pt x="3048923" y="465055"/>
                </a:lnTo>
                <a:lnTo>
                  <a:pt x="3030271" y="465911"/>
                </a:lnTo>
                <a:lnTo>
                  <a:pt x="3003054" y="469280"/>
                </a:lnTo>
                <a:lnTo>
                  <a:pt x="2983613" y="477173"/>
                </a:lnTo>
                <a:lnTo>
                  <a:pt x="2971947" y="489588"/>
                </a:lnTo>
                <a:lnTo>
                  <a:pt x="2968059" y="506528"/>
                </a:lnTo>
                <a:lnTo>
                  <a:pt x="2969799" y="517531"/>
                </a:lnTo>
                <a:lnTo>
                  <a:pt x="2975022" y="525392"/>
                </a:lnTo>
                <a:lnTo>
                  <a:pt x="2983726" y="530109"/>
                </a:lnTo>
                <a:lnTo>
                  <a:pt x="2995914" y="531681"/>
                </a:lnTo>
                <a:lnTo>
                  <a:pt x="3242793" y="531681"/>
                </a:lnTo>
                <a:lnTo>
                  <a:pt x="3242793" y="597820"/>
                </a:lnTo>
                <a:lnTo>
                  <a:pt x="3080579" y="597820"/>
                </a:lnTo>
                <a:lnTo>
                  <a:pt x="3082024" y="602395"/>
                </a:lnTo>
                <a:lnTo>
                  <a:pt x="3070777" y="621087"/>
                </a:lnTo>
                <a:lnTo>
                  <a:pt x="3039856" y="652990"/>
                </a:lnTo>
                <a:lnTo>
                  <a:pt x="3002233" y="670239"/>
                </a:lnTo>
                <a:lnTo>
                  <a:pt x="2955235" y="678402"/>
                </a:lnTo>
                <a:lnTo>
                  <a:pt x="2928055" y="679422"/>
                </a:lnTo>
                <a:close/>
              </a:path>
              <a:path w="3242945" h="872489">
                <a:moveTo>
                  <a:pt x="3058739" y="352410"/>
                </a:moveTo>
                <a:lnTo>
                  <a:pt x="3048067" y="352410"/>
                </a:lnTo>
                <a:lnTo>
                  <a:pt x="3047886" y="351121"/>
                </a:lnTo>
                <a:lnTo>
                  <a:pt x="3058739" y="352410"/>
                </a:lnTo>
                <a:close/>
              </a:path>
              <a:path w="3242945" h="872489">
                <a:moveTo>
                  <a:pt x="3242793" y="531681"/>
                </a:moveTo>
                <a:lnTo>
                  <a:pt x="2995914" y="531681"/>
                </a:lnTo>
                <a:lnTo>
                  <a:pt x="3006688" y="530830"/>
                </a:lnTo>
                <a:lnTo>
                  <a:pt x="3016558" y="528277"/>
                </a:lnTo>
                <a:lnTo>
                  <a:pt x="3045088" y="502447"/>
                </a:lnTo>
                <a:lnTo>
                  <a:pt x="3048923" y="482842"/>
                </a:lnTo>
                <a:lnTo>
                  <a:pt x="3048923" y="465055"/>
                </a:lnTo>
                <a:lnTo>
                  <a:pt x="3242793" y="465055"/>
                </a:lnTo>
                <a:lnTo>
                  <a:pt x="3242793" y="531681"/>
                </a:lnTo>
                <a:close/>
              </a:path>
              <a:path w="3242945" h="872489">
                <a:moveTo>
                  <a:pt x="3082024" y="602395"/>
                </a:moveTo>
                <a:lnTo>
                  <a:pt x="3080579" y="597820"/>
                </a:lnTo>
                <a:lnTo>
                  <a:pt x="3083893" y="599289"/>
                </a:lnTo>
                <a:lnTo>
                  <a:pt x="3082024" y="602395"/>
                </a:lnTo>
                <a:close/>
              </a:path>
              <a:path w="3242945" h="872489">
                <a:moveTo>
                  <a:pt x="3242793" y="671200"/>
                </a:moveTo>
                <a:lnTo>
                  <a:pt x="3103769" y="671200"/>
                </a:lnTo>
                <a:lnTo>
                  <a:pt x="3082024" y="602395"/>
                </a:lnTo>
                <a:lnTo>
                  <a:pt x="3083893" y="599289"/>
                </a:lnTo>
                <a:lnTo>
                  <a:pt x="3080579" y="597820"/>
                </a:lnTo>
                <a:lnTo>
                  <a:pt x="3242793" y="597820"/>
                </a:lnTo>
                <a:lnTo>
                  <a:pt x="3242793" y="671200"/>
                </a:lnTo>
                <a:close/>
              </a:path>
            </a:pathLst>
          </a:custGeom>
          <a:solidFill>
            <a:srgbClr val="5D5D5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792795" y="2540615"/>
            <a:ext cx="10960100" cy="1508125"/>
          </a:xfrm>
          <a:custGeom>
            <a:avLst/>
            <a:gdLst/>
            <a:ahLst/>
            <a:cxnLst/>
            <a:rect l="l" t="t" r="r" b="b"/>
            <a:pathLst>
              <a:path w="10960100" h="1508125">
                <a:moveTo>
                  <a:pt x="10960087" y="0"/>
                </a:moveTo>
                <a:lnTo>
                  <a:pt x="0" y="0"/>
                </a:lnTo>
                <a:lnTo>
                  <a:pt x="0" y="753897"/>
                </a:lnTo>
                <a:lnTo>
                  <a:pt x="0" y="1507794"/>
                </a:lnTo>
                <a:lnTo>
                  <a:pt x="9229890" y="1507794"/>
                </a:lnTo>
                <a:lnTo>
                  <a:pt x="9229890" y="753897"/>
                </a:lnTo>
                <a:lnTo>
                  <a:pt x="10960087" y="753897"/>
                </a:lnTo>
                <a:lnTo>
                  <a:pt x="109600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792795" y="4802320"/>
            <a:ext cx="15397480" cy="2261870"/>
          </a:xfrm>
          <a:custGeom>
            <a:avLst/>
            <a:gdLst/>
            <a:ahLst/>
            <a:cxnLst/>
            <a:rect l="l" t="t" r="r" b="b"/>
            <a:pathLst>
              <a:path w="15397480" h="2261870">
                <a:moveTo>
                  <a:pt x="15397125" y="0"/>
                </a:moveTo>
                <a:lnTo>
                  <a:pt x="0" y="0"/>
                </a:lnTo>
                <a:lnTo>
                  <a:pt x="0" y="753897"/>
                </a:lnTo>
                <a:lnTo>
                  <a:pt x="0" y="1507794"/>
                </a:lnTo>
                <a:lnTo>
                  <a:pt x="0" y="2261705"/>
                </a:lnTo>
                <a:lnTo>
                  <a:pt x="13365353" y="2261705"/>
                </a:lnTo>
                <a:lnTo>
                  <a:pt x="13365353" y="1507794"/>
                </a:lnTo>
                <a:lnTo>
                  <a:pt x="11674805" y="1507794"/>
                </a:lnTo>
                <a:lnTo>
                  <a:pt x="11674805" y="753897"/>
                </a:lnTo>
                <a:lnTo>
                  <a:pt x="15397125" y="753897"/>
                </a:lnTo>
                <a:lnTo>
                  <a:pt x="1539712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792795" y="7817922"/>
            <a:ext cx="15295880" cy="1508125"/>
          </a:xfrm>
          <a:custGeom>
            <a:avLst/>
            <a:gdLst/>
            <a:ahLst/>
            <a:cxnLst/>
            <a:rect l="l" t="t" r="r" b="b"/>
            <a:pathLst>
              <a:path w="15295880" h="1508125">
                <a:moveTo>
                  <a:pt x="15295271" y="0"/>
                </a:moveTo>
                <a:lnTo>
                  <a:pt x="0" y="0"/>
                </a:lnTo>
                <a:lnTo>
                  <a:pt x="0" y="753910"/>
                </a:lnTo>
                <a:lnTo>
                  <a:pt x="0" y="1507807"/>
                </a:lnTo>
                <a:lnTo>
                  <a:pt x="9886099" y="1507807"/>
                </a:lnTo>
                <a:lnTo>
                  <a:pt x="9886099" y="753910"/>
                </a:lnTo>
                <a:lnTo>
                  <a:pt x="15295271" y="753910"/>
                </a:lnTo>
                <a:lnTo>
                  <a:pt x="152952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792803" y="10079625"/>
            <a:ext cx="7994650" cy="754380"/>
          </a:xfrm>
          <a:custGeom>
            <a:avLst/>
            <a:gdLst/>
            <a:ahLst/>
            <a:cxnLst/>
            <a:rect l="l" t="t" r="r" b="b"/>
            <a:pathLst>
              <a:path w="7994650" h="754379">
                <a:moveTo>
                  <a:pt x="7994583" y="753902"/>
                </a:moveTo>
                <a:lnTo>
                  <a:pt x="0" y="753902"/>
                </a:lnTo>
                <a:lnTo>
                  <a:pt x="0" y="0"/>
                </a:lnTo>
                <a:lnTo>
                  <a:pt x="7994583" y="0"/>
                </a:lnTo>
                <a:lnTo>
                  <a:pt x="7994583" y="7539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780103" y="2502773"/>
            <a:ext cx="15379065" cy="831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10:05 </a:t>
            </a:r>
            <a:r>
              <a:rPr sz="4950" spc="-5" dirty="0">
                <a:solidFill>
                  <a:srgbClr val="333333"/>
                </a:solidFill>
                <a:latin typeface="Noto Sans"/>
                <a:cs typeface="Noto Sans"/>
              </a:rPr>
              <a:t>- </a:t>
            </a: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10:50 </a:t>
            </a:r>
            <a:r>
              <a:rPr sz="4950" spc="-5" dirty="0">
                <a:solidFill>
                  <a:srgbClr val="333333"/>
                </a:solidFill>
                <a:latin typeface="Noto Sans"/>
                <a:cs typeface="Noto Sans"/>
              </a:rPr>
              <a:t>- </a:t>
            </a:r>
            <a:r>
              <a:rPr sz="4950" spc="-25" dirty="0">
                <a:solidFill>
                  <a:srgbClr val="333333"/>
                </a:solidFill>
                <a:latin typeface="Noto Sans"/>
                <a:cs typeface="Noto Sans"/>
              </a:rPr>
              <a:t>Graphs </a:t>
            </a:r>
            <a:r>
              <a:rPr sz="4950" spc="-30" dirty="0">
                <a:solidFill>
                  <a:srgbClr val="333333"/>
                </a:solidFill>
                <a:latin typeface="Noto Sans"/>
                <a:cs typeface="Noto Sans"/>
              </a:rPr>
              <a:t>in</a:t>
            </a: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 </a:t>
            </a:r>
            <a:r>
              <a:rPr sz="4950" spc="-30" dirty="0">
                <a:solidFill>
                  <a:srgbClr val="333333"/>
                </a:solidFill>
                <a:latin typeface="Noto Sans"/>
                <a:cs typeface="Noto Sans"/>
              </a:rPr>
              <a:t>Government</a:t>
            </a:r>
            <a:endParaRPr sz="4950">
              <a:latin typeface="Noto Sans"/>
              <a:cs typeface="Noto Sans"/>
            </a:endParaRPr>
          </a:p>
          <a:p>
            <a:pPr marL="12700">
              <a:lnSpc>
                <a:spcPts val="5940"/>
              </a:lnSpc>
            </a:pPr>
            <a:r>
              <a:rPr sz="4950" i="1" spc="-30" dirty="0">
                <a:solidFill>
                  <a:srgbClr val="333333"/>
                </a:solidFill>
                <a:latin typeface="Noto Sans"/>
                <a:cs typeface="Noto Sans"/>
              </a:rPr>
              <a:t>Jim </a:t>
            </a:r>
            <a:r>
              <a:rPr sz="4950" i="1" spc="-35" dirty="0">
                <a:solidFill>
                  <a:srgbClr val="333333"/>
                </a:solidFill>
                <a:latin typeface="Noto Sans"/>
                <a:cs typeface="Noto Sans"/>
              </a:rPr>
              <a:t>Webber, </a:t>
            </a:r>
            <a:r>
              <a:rPr sz="4950" i="1" spc="-30" dirty="0">
                <a:solidFill>
                  <a:srgbClr val="333333"/>
                </a:solidFill>
                <a:latin typeface="Noto Sans"/>
                <a:cs typeface="Noto Sans"/>
              </a:rPr>
              <a:t>Chief </a:t>
            </a:r>
            <a:r>
              <a:rPr sz="4950" i="1" spc="-40" dirty="0">
                <a:solidFill>
                  <a:srgbClr val="333333"/>
                </a:solidFill>
                <a:latin typeface="Noto Sans"/>
                <a:cs typeface="Noto Sans"/>
              </a:rPr>
              <a:t>Scientist,</a:t>
            </a:r>
            <a:r>
              <a:rPr sz="4950" i="1" spc="40" dirty="0">
                <a:solidFill>
                  <a:srgbClr val="333333"/>
                </a:solidFill>
                <a:latin typeface="Noto Sans"/>
                <a:cs typeface="Noto Sans"/>
              </a:rPr>
              <a:t> </a:t>
            </a:r>
            <a:r>
              <a:rPr sz="4950" i="1" spc="-25" dirty="0">
                <a:solidFill>
                  <a:srgbClr val="333333"/>
                </a:solidFill>
                <a:latin typeface="Noto Sans"/>
                <a:cs typeface="Noto Sans"/>
              </a:rPr>
              <a:t>Neo4j</a:t>
            </a:r>
            <a:endParaRPr sz="4950">
              <a:latin typeface="Noto Sans"/>
              <a:cs typeface="Noto Sans"/>
            </a:endParaRPr>
          </a:p>
          <a:p>
            <a:pPr marL="12700" marR="5080">
              <a:lnSpc>
                <a:spcPct val="100000"/>
              </a:lnSpc>
              <a:spcBef>
                <a:spcPts val="5934"/>
              </a:spcBef>
            </a:pP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10:50 </a:t>
            </a:r>
            <a:r>
              <a:rPr sz="4950" spc="-5" dirty="0">
                <a:solidFill>
                  <a:srgbClr val="333333"/>
                </a:solidFill>
                <a:latin typeface="Noto Sans"/>
                <a:cs typeface="Noto Sans"/>
              </a:rPr>
              <a:t>- </a:t>
            </a: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11:35 </a:t>
            </a:r>
            <a:r>
              <a:rPr sz="4950" spc="-5" dirty="0">
                <a:solidFill>
                  <a:srgbClr val="333333"/>
                </a:solidFill>
                <a:latin typeface="Noto Sans"/>
                <a:cs typeface="Noto Sans"/>
              </a:rPr>
              <a:t>- </a:t>
            </a:r>
            <a:r>
              <a:rPr sz="4950" spc="-20" dirty="0">
                <a:solidFill>
                  <a:srgbClr val="333333"/>
                </a:solidFill>
                <a:latin typeface="Noto Sans"/>
                <a:cs typeface="Noto Sans"/>
              </a:rPr>
              <a:t>POLE </a:t>
            </a:r>
            <a:r>
              <a:rPr sz="4950" spc="-75" dirty="0">
                <a:solidFill>
                  <a:srgbClr val="333333"/>
                </a:solidFill>
                <a:latin typeface="Noto Sans"/>
                <a:cs typeface="Noto Sans"/>
              </a:rPr>
              <a:t>Investigations </a:t>
            </a:r>
            <a:r>
              <a:rPr sz="4950" spc="-40" dirty="0">
                <a:solidFill>
                  <a:srgbClr val="333333"/>
                </a:solidFill>
                <a:latin typeface="Noto Sans"/>
                <a:cs typeface="Noto Sans"/>
              </a:rPr>
              <a:t>(Persons, Objects,  </a:t>
            </a:r>
            <a:r>
              <a:rPr sz="4950" spc="-35" dirty="0">
                <a:solidFill>
                  <a:srgbClr val="333333"/>
                </a:solidFill>
                <a:latin typeface="Noto Sans"/>
                <a:cs typeface="Noto Sans"/>
              </a:rPr>
              <a:t>Locations, </a:t>
            </a:r>
            <a:r>
              <a:rPr sz="4950" spc="-25" dirty="0">
                <a:solidFill>
                  <a:srgbClr val="333333"/>
                </a:solidFill>
                <a:latin typeface="Noto Sans"/>
                <a:cs typeface="Noto Sans"/>
              </a:rPr>
              <a:t>and </a:t>
            </a:r>
            <a:r>
              <a:rPr sz="4950" spc="-30" dirty="0">
                <a:solidFill>
                  <a:srgbClr val="333333"/>
                </a:solidFill>
                <a:latin typeface="Noto Sans"/>
                <a:cs typeface="Noto Sans"/>
              </a:rPr>
              <a:t>Events) for</a:t>
            </a:r>
            <a:r>
              <a:rPr sz="4950" spc="45" dirty="0">
                <a:solidFill>
                  <a:srgbClr val="333333"/>
                </a:solidFill>
                <a:latin typeface="Noto Sans"/>
                <a:cs typeface="Noto Sans"/>
              </a:rPr>
              <a:t> </a:t>
            </a:r>
            <a:r>
              <a:rPr sz="4950" spc="-30" dirty="0">
                <a:solidFill>
                  <a:srgbClr val="333333"/>
                </a:solidFill>
                <a:latin typeface="Noto Sans"/>
                <a:cs typeface="Noto Sans"/>
              </a:rPr>
              <a:t>Governments</a:t>
            </a:r>
            <a:endParaRPr sz="4950">
              <a:latin typeface="Noto Sans"/>
              <a:cs typeface="Noto Sans"/>
            </a:endParaRPr>
          </a:p>
          <a:p>
            <a:pPr marL="12700">
              <a:lnSpc>
                <a:spcPts val="5930"/>
              </a:lnSpc>
            </a:pPr>
            <a:r>
              <a:rPr sz="4950" i="1" spc="-20" dirty="0">
                <a:solidFill>
                  <a:srgbClr val="333333"/>
                </a:solidFill>
                <a:latin typeface="Noto Sans"/>
                <a:cs typeface="Noto Sans"/>
              </a:rPr>
              <a:t>Tom </a:t>
            </a:r>
            <a:r>
              <a:rPr sz="4950" i="1" spc="-35" dirty="0">
                <a:solidFill>
                  <a:srgbClr val="333333"/>
                </a:solidFill>
                <a:latin typeface="Noto Sans"/>
                <a:cs typeface="Noto Sans"/>
              </a:rPr>
              <a:t>Geudens, </a:t>
            </a:r>
            <a:r>
              <a:rPr sz="4950" i="1" spc="-30" dirty="0">
                <a:solidFill>
                  <a:srgbClr val="333333"/>
                </a:solidFill>
                <a:latin typeface="Noto Sans"/>
                <a:cs typeface="Noto Sans"/>
              </a:rPr>
              <a:t>Senior Presales </a:t>
            </a:r>
            <a:r>
              <a:rPr sz="4950" i="1" spc="-35" dirty="0">
                <a:solidFill>
                  <a:srgbClr val="333333"/>
                </a:solidFill>
                <a:latin typeface="Noto Sans"/>
                <a:cs typeface="Noto Sans"/>
              </a:rPr>
              <a:t>Consultant,</a:t>
            </a:r>
            <a:r>
              <a:rPr sz="4950" i="1" spc="35" dirty="0">
                <a:solidFill>
                  <a:srgbClr val="333333"/>
                </a:solidFill>
                <a:latin typeface="Noto Sans"/>
                <a:cs typeface="Noto Sans"/>
              </a:rPr>
              <a:t> </a:t>
            </a:r>
            <a:r>
              <a:rPr sz="4950" i="1" spc="-25" dirty="0">
                <a:solidFill>
                  <a:srgbClr val="333333"/>
                </a:solidFill>
                <a:latin typeface="Noto Sans"/>
                <a:cs typeface="Noto Sans"/>
              </a:rPr>
              <a:t>Neo4j</a:t>
            </a:r>
            <a:endParaRPr sz="4950">
              <a:latin typeface="Noto Sans"/>
              <a:cs typeface="Noto Sans"/>
            </a:endParaRPr>
          </a:p>
          <a:p>
            <a:pPr marL="12700">
              <a:lnSpc>
                <a:spcPts val="5940"/>
              </a:lnSpc>
              <a:spcBef>
                <a:spcPts val="5930"/>
              </a:spcBef>
            </a:pP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11:35 </a:t>
            </a:r>
            <a:r>
              <a:rPr sz="4950" spc="-5" dirty="0">
                <a:solidFill>
                  <a:srgbClr val="333333"/>
                </a:solidFill>
                <a:latin typeface="Noto Sans"/>
                <a:cs typeface="Noto Sans"/>
              </a:rPr>
              <a:t>- </a:t>
            </a: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12:10 </a:t>
            </a:r>
            <a:r>
              <a:rPr sz="4950" spc="-5" dirty="0">
                <a:solidFill>
                  <a:srgbClr val="333333"/>
                </a:solidFill>
                <a:latin typeface="Noto Sans"/>
                <a:cs typeface="Noto Sans"/>
              </a:rPr>
              <a:t>- </a:t>
            </a:r>
            <a:r>
              <a:rPr sz="4950" spc="-85" dirty="0">
                <a:solidFill>
                  <a:srgbClr val="333333"/>
                </a:solidFill>
                <a:latin typeface="Noto Sans"/>
                <a:cs typeface="Noto Sans"/>
              </a:rPr>
              <a:t>Intelligence </a:t>
            </a:r>
            <a:r>
              <a:rPr sz="4950" spc="-20" dirty="0">
                <a:solidFill>
                  <a:srgbClr val="333333"/>
                </a:solidFill>
                <a:latin typeface="Noto Sans"/>
                <a:cs typeface="Noto Sans"/>
              </a:rPr>
              <a:t>Use </a:t>
            </a:r>
            <a:r>
              <a:rPr sz="4950" spc="-25" dirty="0">
                <a:solidFill>
                  <a:srgbClr val="333333"/>
                </a:solidFill>
                <a:latin typeface="Noto Sans"/>
                <a:cs typeface="Noto Sans"/>
              </a:rPr>
              <a:t>Cases </a:t>
            </a:r>
            <a:r>
              <a:rPr sz="4950" spc="-30" dirty="0">
                <a:solidFill>
                  <a:srgbClr val="333333"/>
                </a:solidFill>
                <a:latin typeface="Noto Sans"/>
                <a:cs typeface="Noto Sans"/>
              </a:rPr>
              <a:t>for </a:t>
            </a:r>
            <a:r>
              <a:rPr sz="4950" spc="-25" dirty="0">
                <a:solidFill>
                  <a:srgbClr val="333333"/>
                </a:solidFill>
                <a:latin typeface="Noto Sans"/>
                <a:cs typeface="Noto Sans"/>
              </a:rPr>
              <a:t>Graph</a:t>
            </a:r>
            <a:r>
              <a:rPr sz="4950" spc="110" dirty="0">
                <a:solidFill>
                  <a:srgbClr val="333333"/>
                </a:solidFill>
                <a:latin typeface="Noto Sans"/>
                <a:cs typeface="Noto Sans"/>
              </a:rPr>
              <a:t> </a:t>
            </a:r>
            <a:r>
              <a:rPr sz="4950" spc="-25" dirty="0">
                <a:solidFill>
                  <a:srgbClr val="333333"/>
                </a:solidFill>
                <a:latin typeface="Noto Sans"/>
                <a:cs typeface="Noto Sans"/>
              </a:rPr>
              <a:t>Data</a:t>
            </a:r>
            <a:endParaRPr sz="4950">
              <a:latin typeface="Noto Sans"/>
              <a:cs typeface="Noto Sans"/>
            </a:endParaRPr>
          </a:p>
          <a:p>
            <a:pPr marL="12700">
              <a:lnSpc>
                <a:spcPts val="5940"/>
              </a:lnSpc>
            </a:pPr>
            <a:r>
              <a:rPr sz="4950" i="1" spc="-30" dirty="0">
                <a:solidFill>
                  <a:srgbClr val="333333"/>
                </a:solidFill>
                <a:latin typeface="Noto Sans"/>
                <a:cs typeface="Noto Sans"/>
              </a:rPr>
              <a:t>Michal Bachman, </a:t>
            </a:r>
            <a:r>
              <a:rPr sz="4950" i="1" spc="-40" dirty="0">
                <a:solidFill>
                  <a:srgbClr val="333333"/>
                </a:solidFill>
                <a:latin typeface="Noto Sans"/>
                <a:cs typeface="Noto Sans"/>
              </a:rPr>
              <a:t>CEO,</a:t>
            </a:r>
            <a:r>
              <a:rPr sz="4950" i="1" spc="15" dirty="0">
                <a:solidFill>
                  <a:srgbClr val="333333"/>
                </a:solidFill>
                <a:latin typeface="Noto Sans"/>
                <a:cs typeface="Noto Sans"/>
              </a:rPr>
              <a:t> </a:t>
            </a:r>
            <a:r>
              <a:rPr sz="4950" i="1" spc="-25" dirty="0">
                <a:solidFill>
                  <a:srgbClr val="333333"/>
                </a:solidFill>
                <a:latin typeface="Noto Sans"/>
                <a:cs typeface="Noto Sans"/>
              </a:rPr>
              <a:t>GraphAware</a:t>
            </a:r>
            <a:endParaRPr sz="4950">
              <a:latin typeface="Noto Sans"/>
              <a:cs typeface="Noto Sans"/>
            </a:endParaRPr>
          </a:p>
          <a:p>
            <a:pPr marL="12700">
              <a:lnSpc>
                <a:spcPct val="100000"/>
              </a:lnSpc>
              <a:spcBef>
                <a:spcPts val="5934"/>
              </a:spcBef>
            </a:pP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12:10 </a:t>
            </a:r>
            <a:r>
              <a:rPr sz="4950" spc="-5" dirty="0">
                <a:solidFill>
                  <a:srgbClr val="333333"/>
                </a:solidFill>
                <a:latin typeface="Noto Sans"/>
                <a:cs typeface="Noto Sans"/>
              </a:rPr>
              <a:t>- </a:t>
            </a:r>
            <a:r>
              <a:rPr sz="4950" spc="-15" dirty="0">
                <a:solidFill>
                  <a:srgbClr val="333333"/>
                </a:solidFill>
                <a:latin typeface="Noto Sans"/>
                <a:cs typeface="Noto Sans"/>
              </a:rPr>
              <a:t>12:20 </a:t>
            </a:r>
            <a:r>
              <a:rPr sz="4950" spc="-5" dirty="0">
                <a:solidFill>
                  <a:srgbClr val="333333"/>
                </a:solidFill>
                <a:latin typeface="Noto Sans"/>
                <a:cs typeface="Noto Sans"/>
              </a:rPr>
              <a:t>- </a:t>
            </a:r>
            <a:r>
              <a:rPr sz="4950" spc="-30" dirty="0">
                <a:solidFill>
                  <a:srgbClr val="333333"/>
                </a:solidFill>
                <a:latin typeface="Noto Sans"/>
                <a:cs typeface="Noto Sans"/>
              </a:rPr>
              <a:t>Q&amp;A</a:t>
            </a:r>
            <a:r>
              <a:rPr sz="4950" spc="-40" dirty="0">
                <a:solidFill>
                  <a:srgbClr val="333333"/>
                </a:solidFill>
                <a:latin typeface="Noto Sans"/>
                <a:cs typeface="Noto Sans"/>
              </a:rPr>
              <a:t> </a:t>
            </a:r>
            <a:r>
              <a:rPr sz="4950" spc="-20" dirty="0">
                <a:solidFill>
                  <a:srgbClr val="333333"/>
                </a:solidFill>
                <a:latin typeface="Noto Sans"/>
                <a:cs typeface="Noto Sans"/>
              </a:rPr>
              <a:t>Session</a:t>
            </a:r>
            <a:endParaRPr sz="495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37504" y="3252473"/>
            <a:ext cx="6353810" cy="779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" dirty="0"/>
              <a:t>-</a:t>
            </a:r>
            <a:r>
              <a:rPr spc="-95" dirty="0"/>
              <a:t> </a:t>
            </a:r>
            <a:r>
              <a:rPr spc="-25" dirty="0"/>
              <a:t>neo4j.com/webinars</a:t>
            </a:r>
          </a:p>
        </p:txBody>
      </p:sp>
      <p:sp>
        <p:nvSpPr>
          <p:cNvPr id="3" name="object 3"/>
          <p:cNvSpPr/>
          <p:nvPr/>
        </p:nvSpPr>
        <p:spPr>
          <a:xfrm>
            <a:off x="1144391" y="4887705"/>
            <a:ext cx="15567595" cy="6644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144391" y="8508007"/>
            <a:ext cx="10882878" cy="6644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083222" y="5514178"/>
            <a:ext cx="16880840" cy="4399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957580">
              <a:lnSpc>
                <a:spcPct val="100000"/>
              </a:lnSpc>
              <a:spcBef>
                <a:spcPts val="95"/>
              </a:spcBef>
            </a:pPr>
            <a:r>
              <a:rPr sz="4950" i="1" spc="-15" dirty="0">
                <a:solidFill>
                  <a:srgbClr val="5D5D5D"/>
                </a:solidFill>
                <a:latin typeface="Noto Sans"/>
                <a:cs typeface="Noto Sans"/>
              </a:rPr>
              <a:t>360' </a:t>
            </a:r>
            <a:r>
              <a:rPr sz="4950" i="1" spc="-35" dirty="0">
                <a:solidFill>
                  <a:srgbClr val="5D5D5D"/>
                </a:solidFill>
                <a:latin typeface="Noto Sans"/>
                <a:cs typeface="Noto Sans"/>
              </a:rPr>
              <a:t>View </a:t>
            </a:r>
            <a:r>
              <a:rPr sz="4950" i="1" spc="-25" dirty="0">
                <a:solidFill>
                  <a:srgbClr val="5D5D5D"/>
                </a:solidFill>
                <a:latin typeface="Noto Sans"/>
                <a:cs typeface="Noto Sans"/>
              </a:rPr>
              <a:t>of </a:t>
            </a:r>
            <a:r>
              <a:rPr sz="4950" i="1" spc="-65" dirty="0">
                <a:solidFill>
                  <a:srgbClr val="5D5D5D"/>
                </a:solidFill>
                <a:latin typeface="Noto Sans"/>
                <a:cs typeface="Noto Sans"/>
              </a:rPr>
              <a:t>Everything </a:t>
            </a:r>
            <a:r>
              <a:rPr sz="4950" i="1" spc="-10" dirty="0">
                <a:solidFill>
                  <a:srgbClr val="5D5D5D"/>
                </a:solidFill>
                <a:latin typeface="Noto Sans"/>
                <a:cs typeface="Noto Sans"/>
              </a:rPr>
              <a:t>- </a:t>
            </a:r>
            <a:r>
              <a:rPr sz="4950" i="1" spc="-25" dirty="0">
                <a:solidFill>
                  <a:srgbClr val="5D5D5D"/>
                </a:solidFill>
                <a:latin typeface="Noto Sans"/>
                <a:cs typeface="Noto Sans"/>
              </a:rPr>
              <a:t>How </a:t>
            </a:r>
            <a:r>
              <a:rPr sz="4950" i="1" spc="-30" dirty="0">
                <a:solidFill>
                  <a:srgbClr val="5D5D5D"/>
                </a:solidFill>
                <a:latin typeface="Noto Sans"/>
                <a:cs typeface="Noto Sans"/>
              </a:rPr>
              <a:t>to Unlock </a:t>
            </a:r>
            <a:r>
              <a:rPr sz="4950" i="1" spc="-35" dirty="0">
                <a:solidFill>
                  <a:srgbClr val="5D5D5D"/>
                </a:solidFill>
                <a:latin typeface="Noto Sans"/>
                <a:cs typeface="Noto Sans"/>
              </a:rPr>
              <a:t>the </a:t>
            </a:r>
            <a:r>
              <a:rPr sz="4950" i="1" spc="-30" dirty="0">
                <a:solidFill>
                  <a:srgbClr val="5D5D5D"/>
                </a:solidFill>
                <a:latin typeface="Noto Sans"/>
                <a:cs typeface="Noto Sans"/>
              </a:rPr>
              <a:t>Power </a:t>
            </a:r>
            <a:r>
              <a:rPr sz="4950" i="1" spc="-25" dirty="0">
                <a:solidFill>
                  <a:srgbClr val="5D5D5D"/>
                </a:solidFill>
                <a:latin typeface="Noto Sans"/>
                <a:cs typeface="Noto Sans"/>
              </a:rPr>
              <a:t>of </a:t>
            </a:r>
            <a:r>
              <a:rPr sz="4950" i="1" spc="-30" dirty="0">
                <a:solidFill>
                  <a:srgbClr val="5D5D5D"/>
                </a:solidFill>
                <a:latin typeface="Noto Sans"/>
                <a:cs typeface="Noto Sans"/>
              </a:rPr>
              <a:t>Your  </a:t>
            </a:r>
            <a:r>
              <a:rPr sz="4950" i="1" spc="-35" dirty="0">
                <a:solidFill>
                  <a:srgbClr val="5D5D5D"/>
                </a:solidFill>
                <a:latin typeface="Noto Sans"/>
                <a:cs typeface="Noto Sans"/>
              </a:rPr>
              <a:t>Master </a:t>
            </a:r>
            <a:r>
              <a:rPr sz="4950" i="1" spc="-25" dirty="0">
                <a:solidFill>
                  <a:srgbClr val="5D5D5D"/>
                </a:solidFill>
                <a:latin typeface="Noto Sans"/>
                <a:cs typeface="Noto Sans"/>
              </a:rPr>
              <a:t>Data </a:t>
            </a:r>
            <a:r>
              <a:rPr sz="4950" i="1" spc="-95" dirty="0">
                <a:solidFill>
                  <a:srgbClr val="5D5D5D"/>
                </a:solidFill>
                <a:latin typeface="Noto Sans"/>
                <a:cs typeface="Noto Sans"/>
              </a:rPr>
              <a:t>using</a:t>
            </a:r>
            <a:r>
              <a:rPr sz="4950" i="1" spc="25" dirty="0">
                <a:solidFill>
                  <a:srgbClr val="5D5D5D"/>
                </a:solidFill>
                <a:latin typeface="Noto Sans"/>
                <a:cs typeface="Noto Sans"/>
              </a:rPr>
              <a:t> </a:t>
            </a:r>
            <a:r>
              <a:rPr sz="4950" i="1" spc="-20" dirty="0">
                <a:solidFill>
                  <a:srgbClr val="5D5D5D"/>
                </a:solidFill>
                <a:latin typeface="Noto Sans"/>
                <a:cs typeface="Noto Sans"/>
              </a:rPr>
              <a:t>Graphs</a:t>
            </a:r>
            <a:endParaRPr sz="4950">
              <a:latin typeface="Noto Sans"/>
              <a:cs typeface="Noto Sans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3950" spc="-25" dirty="0">
                <a:solidFill>
                  <a:srgbClr val="5D5D5D"/>
                </a:solidFill>
                <a:latin typeface="Noto Sans"/>
                <a:cs typeface="Noto Sans"/>
              </a:rPr>
              <a:t>https://data-analytics-live-eu.coriniumintelligence.com/#DALIVEAGENDA</a:t>
            </a:r>
            <a:endParaRPr sz="3950">
              <a:latin typeface="Noto Sans"/>
              <a:cs typeface="Noto Sans"/>
            </a:endParaRPr>
          </a:p>
          <a:p>
            <a:pPr>
              <a:lnSpc>
                <a:spcPct val="100000"/>
              </a:lnSpc>
            </a:pPr>
            <a:endParaRPr sz="5400">
              <a:latin typeface="Noto Sans"/>
              <a:cs typeface="Noto Sans"/>
            </a:endParaRPr>
          </a:p>
          <a:p>
            <a:pPr marL="12700">
              <a:lnSpc>
                <a:spcPct val="100000"/>
              </a:lnSpc>
              <a:spcBef>
                <a:spcPts val="4490"/>
              </a:spcBef>
            </a:pPr>
            <a:r>
              <a:rPr sz="4950" spc="-25" dirty="0">
                <a:solidFill>
                  <a:srgbClr val="5D5D5D"/>
                </a:solidFill>
                <a:latin typeface="Noto Sans"/>
                <a:cs typeface="Noto Sans"/>
              </a:rPr>
              <a:t>Graphs </a:t>
            </a:r>
            <a:r>
              <a:rPr sz="4950" spc="-30" dirty="0">
                <a:solidFill>
                  <a:srgbClr val="5D5D5D"/>
                </a:solidFill>
                <a:latin typeface="Noto Sans"/>
                <a:cs typeface="Noto Sans"/>
              </a:rPr>
              <a:t>in Government </a:t>
            </a:r>
            <a:r>
              <a:rPr sz="4950" spc="-5" dirty="0">
                <a:solidFill>
                  <a:srgbClr val="5D5D5D"/>
                </a:solidFill>
                <a:latin typeface="Noto Sans"/>
                <a:cs typeface="Noto Sans"/>
              </a:rPr>
              <a:t>-</a:t>
            </a:r>
            <a:r>
              <a:rPr sz="4950" spc="45" dirty="0">
                <a:solidFill>
                  <a:srgbClr val="5D5D5D"/>
                </a:solidFill>
                <a:latin typeface="Noto Sans"/>
                <a:cs typeface="Noto Sans"/>
              </a:rPr>
              <a:t> </a:t>
            </a:r>
            <a:r>
              <a:rPr sz="4950" spc="-25" dirty="0">
                <a:solidFill>
                  <a:srgbClr val="5D5D5D"/>
                </a:solidFill>
                <a:latin typeface="Noto Sans"/>
                <a:cs typeface="Noto Sans"/>
              </a:rPr>
              <a:t>neo4j.com/connections</a:t>
            </a:r>
            <a:endParaRPr sz="4950">
              <a:latin typeface="Noto Sans"/>
              <a:cs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CB5E4-F314-0B4F-AC82-4307513C7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2CBE5-146D-2E47-A7F1-1144BD1384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9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20104100" cy="11308715"/>
            <a:chOff x="0" y="0"/>
            <a:chExt cx="20104100" cy="11308715"/>
          </a:xfrm>
        </p:grpSpPr>
        <p:sp>
          <p:nvSpPr>
            <p:cNvPr id="3" name="object 3"/>
            <p:cNvSpPr/>
            <p:nvPr/>
          </p:nvSpPr>
          <p:spPr>
            <a:xfrm>
              <a:off x="8376749" y="4321578"/>
              <a:ext cx="3644900" cy="1471295"/>
            </a:xfrm>
            <a:custGeom>
              <a:avLst/>
              <a:gdLst/>
              <a:ahLst/>
              <a:cxnLst/>
              <a:rect l="l" t="t" r="r" b="b"/>
              <a:pathLst>
                <a:path w="3644900" h="1471295">
                  <a:moveTo>
                    <a:pt x="517022" y="1193553"/>
                  </a:moveTo>
                  <a:lnTo>
                    <a:pt x="460196" y="1193321"/>
                  </a:lnTo>
                  <a:lnTo>
                    <a:pt x="406501" y="1188444"/>
                  </a:lnTo>
                  <a:lnTo>
                    <a:pt x="355937" y="1178922"/>
                  </a:lnTo>
                  <a:lnTo>
                    <a:pt x="308503" y="1164756"/>
                  </a:lnTo>
                  <a:lnTo>
                    <a:pt x="264198" y="1145945"/>
                  </a:lnTo>
                  <a:lnTo>
                    <a:pt x="223024" y="1122489"/>
                  </a:lnTo>
                  <a:lnTo>
                    <a:pt x="184980" y="1094389"/>
                  </a:lnTo>
                  <a:lnTo>
                    <a:pt x="150065" y="1061644"/>
                  </a:lnTo>
                  <a:lnTo>
                    <a:pt x="121553" y="1028680"/>
                  </a:lnTo>
                  <a:lnTo>
                    <a:pt x="96043" y="992955"/>
                  </a:lnTo>
                  <a:lnTo>
                    <a:pt x="73533" y="954469"/>
                  </a:lnTo>
                  <a:lnTo>
                    <a:pt x="54024" y="913223"/>
                  </a:lnTo>
                  <a:lnTo>
                    <a:pt x="37517" y="869215"/>
                  </a:lnTo>
                  <a:lnTo>
                    <a:pt x="24011" y="822447"/>
                  </a:lnTo>
                  <a:lnTo>
                    <a:pt x="13506" y="772918"/>
                  </a:lnTo>
                  <a:lnTo>
                    <a:pt x="5998" y="720576"/>
                  </a:lnTo>
                  <a:lnTo>
                    <a:pt x="1500" y="665576"/>
                  </a:lnTo>
                  <a:lnTo>
                    <a:pt x="0" y="607763"/>
                  </a:lnTo>
                  <a:lnTo>
                    <a:pt x="1469" y="551399"/>
                  </a:lnTo>
                  <a:lnTo>
                    <a:pt x="5968" y="496021"/>
                  </a:lnTo>
                  <a:lnTo>
                    <a:pt x="13428" y="444214"/>
                  </a:lnTo>
                  <a:lnTo>
                    <a:pt x="23872" y="395117"/>
                  </a:lnTo>
                  <a:lnTo>
                    <a:pt x="37301" y="348729"/>
                  </a:lnTo>
                  <a:lnTo>
                    <a:pt x="53714" y="305050"/>
                  </a:lnTo>
                  <a:lnTo>
                    <a:pt x="73111" y="264081"/>
                  </a:lnTo>
                  <a:lnTo>
                    <a:pt x="95493" y="225821"/>
                  </a:lnTo>
                  <a:lnTo>
                    <a:pt x="120859" y="190271"/>
                  </a:lnTo>
                  <a:lnTo>
                    <a:pt x="149209" y="157430"/>
                  </a:lnTo>
                  <a:lnTo>
                    <a:pt x="180391" y="127518"/>
                  </a:lnTo>
                  <a:lnTo>
                    <a:pt x="214203" y="100755"/>
                  </a:lnTo>
                  <a:lnTo>
                    <a:pt x="250646" y="77141"/>
                  </a:lnTo>
                  <a:lnTo>
                    <a:pt x="289720" y="56675"/>
                  </a:lnTo>
                  <a:lnTo>
                    <a:pt x="331425" y="39357"/>
                  </a:lnTo>
                  <a:lnTo>
                    <a:pt x="375761" y="25188"/>
                  </a:lnTo>
                  <a:lnTo>
                    <a:pt x="422727" y="14168"/>
                  </a:lnTo>
                  <a:lnTo>
                    <a:pt x="472325" y="6297"/>
                  </a:lnTo>
                  <a:lnTo>
                    <a:pt x="524553" y="1574"/>
                  </a:lnTo>
                  <a:lnTo>
                    <a:pt x="579413" y="0"/>
                  </a:lnTo>
                  <a:lnTo>
                    <a:pt x="634566" y="1574"/>
                  </a:lnTo>
                  <a:lnTo>
                    <a:pt x="686778" y="6253"/>
                  </a:lnTo>
                  <a:lnTo>
                    <a:pt x="736420" y="14069"/>
                  </a:lnTo>
                  <a:lnTo>
                    <a:pt x="783367" y="25012"/>
                  </a:lnTo>
                  <a:lnTo>
                    <a:pt x="827621" y="39081"/>
                  </a:lnTo>
                  <a:lnTo>
                    <a:pt x="869183" y="56277"/>
                  </a:lnTo>
                  <a:lnTo>
                    <a:pt x="908051" y="76599"/>
                  </a:lnTo>
                  <a:lnTo>
                    <a:pt x="944228" y="100048"/>
                  </a:lnTo>
                  <a:lnTo>
                    <a:pt x="977714" y="126624"/>
                  </a:lnTo>
                  <a:lnTo>
                    <a:pt x="1008509" y="156326"/>
                  </a:lnTo>
                  <a:lnTo>
                    <a:pt x="1036509" y="188973"/>
                  </a:lnTo>
                  <a:lnTo>
                    <a:pt x="1061564" y="224432"/>
                  </a:lnTo>
                  <a:lnTo>
                    <a:pt x="1083673" y="262705"/>
                  </a:lnTo>
                  <a:lnTo>
                    <a:pt x="1102836" y="303789"/>
                  </a:lnTo>
                  <a:lnTo>
                    <a:pt x="1106518" y="313757"/>
                  </a:lnTo>
                  <a:lnTo>
                    <a:pt x="579413" y="313757"/>
                  </a:lnTo>
                  <a:lnTo>
                    <a:pt x="538466" y="317407"/>
                  </a:lnTo>
                  <a:lnTo>
                    <a:pt x="471024" y="346602"/>
                  </a:lnTo>
                  <a:lnTo>
                    <a:pt x="422850" y="404992"/>
                  </a:lnTo>
                  <a:lnTo>
                    <a:pt x="405988" y="445135"/>
                  </a:lnTo>
                  <a:lnTo>
                    <a:pt x="393944" y="492577"/>
                  </a:lnTo>
                  <a:lnTo>
                    <a:pt x="386718" y="547318"/>
                  </a:lnTo>
                  <a:lnTo>
                    <a:pt x="384309" y="609357"/>
                  </a:lnTo>
                  <a:lnTo>
                    <a:pt x="386700" y="670752"/>
                  </a:lnTo>
                  <a:lnTo>
                    <a:pt x="393871" y="724924"/>
                  </a:lnTo>
                  <a:lnTo>
                    <a:pt x="405823" y="771873"/>
                  </a:lnTo>
                  <a:lnTo>
                    <a:pt x="422556" y="811599"/>
                  </a:lnTo>
                  <a:lnTo>
                    <a:pt x="444069" y="844103"/>
                  </a:lnTo>
                  <a:lnTo>
                    <a:pt x="501435" y="887441"/>
                  </a:lnTo>
                  <a:lnTo>
                    <a:pt x="577921" y="901887"/>
                  </a:lnTo>
                  <a:lnTo>
                    <a:pt x="1114409" y="901887"/>
                  </a:lnTo>
                  <a:lnTo>
                    <a:pt x="1099959" y="940355"/>
                  </a:lnTo>
                  <a:lnTo>
                    <a:pt x="1079753" y="982005"/>
                  </a:lnTo>
                  <a:lnTo>
                    <a:pt x="1056439" y="1019792"/>
                  </a:lnTo>
                  <a:lnTo>
                    <a:pt x="1030016" y="1053718"/>
                  </a:lnTo>
                  <a:lnTo>
                    <a:pt x="1000485" y="1083781"/>
                  </a:lnTo>
                  <a:lnTo>
                    <a:pt x="967846" y="1109983"/>
                  </a:lnTo>
                  <a:lnTo>
                    <a:pt x="932098" y="1132322"/>
                  </a:lnTo>
                  <a:lnTo>
                    <a:pt x="980797" y="1188402"/>
                  </a:lnTo>
                  <a:lnTo>
                    <a:pt x="576586" y="1188402"/>
                  </a:lnTo>
                  <a:lnTo>
                    <a:pt x="574503" y="1189322"/>
                  </a:lnTo>
                  <a:lnTo>
                    <a:pt x="517022" y="1193553"/>
                  </a:lnTo>
                  <a:close/>
                </a:path>
                <a:path w="3644900" h="1471295">
                  <a:moveTo>
                    <a:pt x="1114409" y="901887"/>
                  </a:moveTo>
                  <a:lnTo>
                    <a:pt x="577921" y="901887"/>
                  </a:lnTo>
                  <a:lnTo>
                    <a:pt x="623821" y="897645"/>
                  </a:lnTo>
                  <a:lnTo>
                    <a:pt x="663412" y="884921"/>
                  </a:lnTo>
                  <a:lnTo>
                    <a:pt x="696715" y="863714"/>
                  </a:lnTo>
                  <a:lnTo>
                    <a:pt x="723754" y="834028"/>
                  </a:lnTo>
                  <a:lnTo>
                    <a:pt x="754362" y="765511"/>
                  </a:lnTo>
                  <a:lnTo>
                    <a:pt x="763927" y="720576"/>
                  </a:lnTo>
                  <a:lnTo>
                    <a:pt x="769666" y="668525"/>
                  </a:lnTo>
                  <a:lnTo>
                    <a:pt x="771579" y="609357"/>
                  </a:lnTo>
                  <a:lnTo>
                    <a:pt x="769637" y="549833"/>
                  </a:lnTo>
                  <a:lnTo>
                    <a:pt x="763809" y="497407"/>
                  </a:lnTo>
                  <a:lnTo>
                    <a:pt x="754091" y="452078"/>
                  </a:lnTo>
                  <a:lnTo>
                    <a:pt x="740478" y="413848"/>
                  </a:lnTo>
                  <a:lnTo>
                    <a:pt x="695833" y="352546"/>
                  </a:lnTo>
                  <a:lnTo>
                    <a:pt x="662852" y="330997"/>
                  </a:lnTo>
                  <a:lnTo>
                    <a:pt x="624041" y="318067"/>
                  </a:lnTo>
                  <a:lnTo>
                    <a:pt x="579413" y="313757"/>
                  </a:lnTo>
                  <a:lnTo>
                    <a:pt x="1106518" y="313757"/>
                  </a:lnTo>
                  <a:lnTo>
                    <a:pt x="1132320" y="394396"/>
                  </a:lnTo>
                  <a:lnTo>
                    <a:pt x="1142641" y="443918"/>
                  </a:lnTo>
                  <a:lnTo>
                    <a:pt x="1149981" y="496021"/>
                  </a:lnTo>
                  <a:lnTo>
                    <a:pt x="1154438" y="551399"/>
                  </a:lnTo>
                  <a:lnTo>
                    <a:pt x="1155912" y="609357"/>
                  </a:lnTo>
                  <a:lnTo>
                    <a:pt x="1154358" y="674178"/>
                  </a:lnTo>
                  <a:lnTo>
                    <a:pt x="1149695" y="735137"/>
                  </a:lnTo>
                  <a:lnTo>
                    <a:pt x="1141924" y="792235"/>
                  </a:lnTo>
                  <a:lnTo>
                    <a:pt x="1131044" y="845470"/>
                  </a:lnTo>
                  <a:lnTo>
                    <a:pt x="1117056" y="894843"/>
                  </a:lnTo>
                  <a:lnTo>
                    <a:pt x="1114409" y="901887"/>
                  </a:lnTo>
                  <a:close/>
                </a:path>
                <a:path w="3644900" h="1471295">
                  <a:moveTo>
                    <a:pt x="574503" y="1189322"/>
                  </a:moveTo>
                  <a:lnTo>
                    <a:pt x="576586" y="1188402"/>
                  </a:lnTo>
                  <a:lnTo>
                    <a:pt x="576978" y="1189140"/>
                  </a:lnTo>
                  <a:lnTo>
                    <a:pt x="574503" y="1189322"/>
                  </a:lnTo>
                  <a:close/>
                </a:path>
                <a:path w="3644900" h="1471295">
                  <a:moveTo>
                    <a:pt x="546037" y="1201901"/>
                  </a:moveTo>
                  <a:lnTo>
                    <a:pt x="574503" y="1189322"/>
                  </a:lnTo>
                  <a:lnTo>
                    <a:pt x="576978" y="1189140"/>
                  </a:lnTo>
                  <a:lnTo>
                    <a:pt x="576586" y="1188402"/>
                  </a:lnTo>
                  <a:lnTo>
                    <a:pt x="980797" y="1188402"/>
                  </a:lnTo>
                  <a:lnTo>
                    <a:pt x="991347" y="1200550"/>
                  </a:lnTo>
                  <a:lnTo>
                    <a:pt x="566533" y="1200550"/>
                  </a:lnTo>
                  <a:lnTo>
                    <a:pt x="546037" y="1201901"/>
                  </a:lnTo>
                  <a:close/>
                </a:path>
                <a:path w="3644900" h="1471295">
                  <a:moveTo>
                    <a:pt x="1226198" y="1470989"/>
                  </a:moveTo>
                  <a:lnTo>
                    <a:pt x="761606" y="1470989"/>
                  </a:lnTo>
                  <a:lnTo>
                    <a:pt x="566533" y="1200550"/>
                  </a:lnTo>
                  <a:lnTo>
                    <a:pt x="991347" y="1200550"/>
                  </a:lnTo>
                  <a:lnTo>
                    <a:pt x="1226198" y="1470989"/>
                  </a:lnTo>
                  <a:close/>
                </a:path>
                <a:path w="3644900" h="1471295">
                  <a:moveTo>
                    <a:pt x="1666210" y="1219445"/>
                  </a:moveTo>
                  <a:lnTo>
                    <a:pt x="1616077" y="1217658"/>
                  </a:lnTo>
                  <a:lnTo>
                    <a:pt x="1568118" y="1212299"/>
                  </a:lnTo>
                  <a:lnTo>
                    <a:pt x="1522343" y="1203366"/>
                  </a:lnTo>
                  <a:lnTo>
                    <a:pt x="1478757" y="1190861"/>
                  </a:lnTo>
                  <a:lnTo>
                    <a:pt x="1437369" y="1174784"/>
                  </a:lnTo>
                  <a:lnTo>
                    <a:pt x="1389870" y="1150035"/>
                  </a:lnTo>
                  <a:lnTo>
                    <a:pt x="1348098" y="1120577"/>
                  </a:lnTo>
                  <a:lnTo>
                    <a:pt x="1312070" y="1086411"/>
                  </a:lnTo>
                  <a:lnTo>
                    <a:pt x="1281798" y="1047540"/>
                  </a:lnTo>
                  <a:lnTo>
                    <a:pt x="1257840" y="1004851"/>
                  </a:lnTo>
                  <a:lnTo>
                    <a:pt x="1240736" y="959373"/>
                  </a:lnTo>
                  <a:lnTo>
                    <a:pt x="1230479" y="911105"/>
                  </a:lnTo>
                  <a:lnTo>
                    <a:pt x="1227062" y="860046"/>
                  </a:lnTo>
                  <a:lnTo>
                    <a:pt x="1230011" y="806770"/>
                  </a:lnTo>
                  <a:lnTo>
                    <a:pt x="1238859" y="757380"/>
                  </a:lnTo>
                  <a:lnTo>
                    <a:pt x="1253608" y="711873"/>
                  </a:lnTo>
                  <a:lnTo>
                    <a:pt x="1274259" y="670251"/>
                  </a:lnTo>
                  <a:lnTo>
                    <a:pt x="1300815" y="632513"/>
                  </a:lnTo>
                  <a:lnTo>
                    <a:pt x="1333278" y="598660"/>
                  </a:lnTo>
                  <a:lnTo>
                    <a:pt x="1371649" y="568690"/>
                  </a:lnTo>
                  <a:lnTo>
                    <a:pt x="1415930" y="542606"/>
                  </a:lnTo>
                  <a:lnTo>
                    <a:pt x="1404064" y="527174"/>
                  </a:lnTo>
                  <a:lnTo>
                    <a:pt x="1378095" y="481402"/>
                  </a:lnTo>
                  <a:lnTo>
                    <a:pt x="1351388" y="417120"/>
                  </a:lnTo>
                  <a:lnTo>
                    <a:pt x="1336931" y="342884"/>
                  </a:lnTo>
                  <a:lnTo>
                    <a:pt x="1335121" y="302590"/>
                  </a:lnTo>
                  <a:lnTo>
                    <a:pt x="1339343" y="249376"/>
                  </a:lnTo>
                  <a:lnTo>
                    <a:pt x="1352009" y="200853"/>
                  </a:lnTo>
                  <a:lnTo>
                    <a:pt x="1373118" y="157023"/>
                  </a:lnTo>
                  <a:lnTo>
                    <a:pt x="1402671" y="117885"/>
                  </a:lnTo>
                  <a:lnTo>
                    <a:pt x="1440667" y="83439"/>
                  </a:lnTo>
                  <a:lnTo>
                    <a:pt x="1477826" y="58881"/>
                  </a:lnTo>
                  <a:lnTo>
                    <a:pt x="1518937" y="38788"/>
                  </a:lnTo>
                  <a:lnTo>
                    <a:pt x="1564001" y="23160"/>
                  </a:lnTo>
                  <a:lnTo>
                    <a:pt x="1613018" y="11997"/>
                  </a:lnTo>
                  <a:lnTo>
                    <a:pt x="1665987" y="5300"/>
                  </a:lnTo>
                  <a:lnTo>
                    <a:pt x="1722910" y="3067"/>
                  </a:lnTo>
                  <a:lnTo>
                    <a:pt x="1778707" y="5300"/>
                  </a:lnTo>
                  <a:lnTo>
                    <a:pt x="1830484" y="11997"/>
                  </a:lnTo>
                  <a:lnTo>
                    <a:pt x="1878049" y="23098"/>
                  </a:lnTo>
                  <a:lnTo>
                    <a:pt x="1921699" y="38679"/>
                  </a:lnTo>
                  <a:lnTo>
                    <a:pt x="1961318" y="58710"/>
                  </a:lnTo>
                  <a:lnTo>
                    <a:pt x="1996906" y="83193"/>
                  </a:lnTo>
                  <a:lnTo>
                    <a:pt x="2033168" y="117610"/>
                  </a:lnTo>
                  <a:lnTo>
                    <a:pt x="2061378" y="156758"/>
                  </a:lnTo>
                  <a:lnTo>
                    <a:pt x="2081533" y="200637"/>
                  </a:lnTo>
                  <a:lnTo>
                    <a:pt x="2093629" y="249248"/>
                  </a:lnTo>
                  <a:lnTo>
                    <a:pt x="2094795" y="264675"/>
                  </a:lnTo>
                  <a:lnTo>
                    <a:pt x="1718355" y="264675"/>
                  </a:lnTo>
                  <a:lnTo>
                    <a:pt x="1708385" y="265350"/>
                  </a:lnTo>
                  <a:lnTo>
                    <a:pt x="1673769" y="290075"/>
                  </a:lnTo>
                  <a:lnTo>
                    <a:pt x="1670372" y="312532"/>
                  </a:lnTo>
                  <a:lnTo>
                    <a:pt x="1672832" y="333613"/>
                  </a:lnTo>
                  <a:lnTo>
                    <a:pt x="1680218" y="353791"/>
                  </a:lnTo>
                  <a:lnTo>
                    <a:pt x="1692536" y="373064"/>
                  </a:lnTo>
                  <a:lnTo>
                    <a:pt x="1709795" y="391433"/>
                  </a:lnTo>
                  <a:lnTo>
                    <a:pt x="2084809" y="391433"/>
                  </a:lnTo>
                  <a:lnTo>
                    <a:pt x="2084292" y="393732"/>
                  </a:lnTo>
                  <a:lnTo>
                    <a:pt x="2067579" y="436426"/>
                  </a:lnTo>
                  <a:lnTo>
                    <a:pt x="2044182" y="477205"/>
                  </a:lnTo>
                  <a:lnTo>
                    <a:pt x="2016084" y="514866"/>
                  </a:lnTo>
                  <a:lnTo>
                    <a:pt x="1985372" y="548218"/>
                  </a:lnTo>
                  <a:lnTo>
                    <a:pt x="1952024" y="577260"/>
                  </a:lnTo>
                  <a:lnTo>
                    <a:pt x="1916019" y="601991"/>
                  </a:lnTo>
                  <a:lnTo>
                    <a:pt x="2009157" y="690583"/>
                  </a:lnTo>
                  <a:lnTo>
                    <a:pt x="2394821" y="690583"/>
                  </a:lnTo>
                  <a:lnTo>
                    <a:pt x="2382881" y="722440"/>
                  </a:lnTo>
                  <a:lnTo>
                    <a:pt x="2366316" y="760648"/>
                  </a:lnTo>
                  <a:lnTo>
                    <a:pt x="1628279" y="760648"/>
                  </a:lnTo>
                  <a:lnTo>
                    <a:pt x="1616529" y="773019"/>
                  </a:lnTo>
                  <a:lnTo>
                    <a:pt x="1608136" y="790128"/>
                  </a:lnTo>
                  <a:lnTo>
                    <a:pt x="1603100" y="811977"/>
                  </a:lnTo>
                  <a:lnTo>
                    <a:pt x="1601421" y="838567"/>
                  </a:lnTo>
                  <a:lnTo>
                    <a:pt x="1602938" y="854689"/>
                  </a:lnTo>
                  <a:lnTo>
                    <a:pt x="1625688" y="894034"/>
                  </a:lnTo>
                  <a:lnTo>
                    <a:pt x="1673605" y="914280"/>
                  </a:lnTo>
                  <a:lnTo>
                    <a:pt x="1694560" y="915630"/>
                  </a:lnTo>
                  <a:lnTo>
                    <a:pt x="2279599" y="915630"/>
                  </a:lnTo>
                  <a:lnTo>
                    <a:pt x="2266505" y="933300"/>
                  </a:lnTo>
                  <a:lnTo>
                    <a:pt x="2446193" y="1105709"/>
                  </a:lnTo>
                  <a:lnTo>
                    <a:pt x="2436669" y="1135024"/>
                  </a:lnTo>
                  <a:lnTo>
                    <a:pt x="1998712" y="1135024"/>
                  </a:lnTo>
                  <a:lnTo>
                    <a:pt x="1974095" y="1149872"/>
                  </a:lnTo>
                  <a:lnTo>
                    <a:pt x="1925626" y="1174412"/>
                  </a:lnTo>
                  <a:lnTo>
                    <a:pt x="1877537" y="1192336"/>
                  </a:lnTo>
                  <a:lnTo>
                    <a:pt x="1825085" y="1205524"/>
                  </a:lnTo>
                  <a:lnTo>
                    <a:pt x="1767114" y="1214406"/>
                  </a:lnTo>
                  <a:lnTo>
                    <a:pt x="1701769" y="1218885"/>
                  </a:lnTo>
                  <a:lnTo>
                    <a:pt x="1666210" y="1219445"/>
                  </a:lnTo>
                  <a:close/>
                </a:path>
                <a:path w="3644900" h="1471295">
                  <a:moveTo>
                    <a:pt x="2817089" y="1204108"/>
                  </a:moveTo>
                  <a:lnTo>
                    <a:pt x="2548747" y="1204108"/>
                  </a:lnTo>
                  <a:lnTo>
                    <a:pt x="2446193" y="1105709"/>
                  </a:lnTo>
                  <a:lnTo>
                    <a:pt x="2801225" y="13006"/>
                  </a:lnTo>
                  <a:lnTo>
                    <a:pt x="3252781" y="13006"/>
                  </a:lnTo>
                  <a:lnTo>
                    <a:pt x="3324331" y="230440"/>
                  </a:lnTo>
                  <a:lnTo>
                    <a:pt x="3028967" y="230440"/>
                  </a:lnTo>
                  <a:lnTo>
                    <a:pt x="3019867" y="258041"/>
                  </a:lnTo>
                  <a:lnTo>
                    <a:pt x="3016834" y="291762"/>
                  </a:lnTo>
                  <a:lnTo>
                    <a:pt x="3019867" y="331603"/>
                  </a:lnTo>
                  <a:lnTo>
                    <a:pt x="3028967" y="377564"/>
                  </a:lnTo>
                  <a:lnTo>
                    <a:pt x="3029975" y="381571"/>
                  </a:lnTo>
                  <a:lnTo>
                    <a:pt x="3025622" y="400200"/>
                  </a:lnTo>
                  <a:lnTo>
                    <a:pt x="3015587" y="441399"/>
                  </a:lnTo>
                  <a:lnTo>
                    <a:pt x="3003415" y="489995"/>
                  </a:lnTo>
                  <a:lnTo>
                    <a:pt x="2989102" y="545985"/>
                  </a:lnTo>
                  <a:lnTo>
                    <a:pt x="2972647" y="609372"/>
                  </a:lnTo>
                  <a:lnTo>
                    <a:pt x="2954048" y="680154"/>
                  </a:lnTo>
                  <a:lnTo>
                    <a:pt x="3472317" y="680154"/>
                  </a:lnTo>
                  <a:lnTo>
                    <a:pt x="3575563" y="993910"/>
                  </a:lnTo>
                  <a:lnTo>
                    <a:pt x="2873788" y="993910"/>
                  </a:lnTo>
                  <a:lnTo>
                    <a:pt x="2817089" y="1204108"/>
                  </a:lnTo>
                  <a:close/>
                </a:path>
                <a:path w="3644900" h="1471295">
                  <a:moveTo>
                    <a:pt x="3029975" y="381571"/>
                  </a:moveTo>
                  <a:lnTo>
                    <a:pt x="3028967" y="377564"/>
                  </a:lnTo>
                  <a:lnTo>
                    <a:pt x="3019867" y="331603"/>
                  </a:lnTo>
                  <a:lnTo>
                    <a:pt x="3016834" y="291762"/>
                  </a:lnTo>
                  <a:lnTo>
                    <a:pt x="3019867" y="258041"/>
                  </a:lnTo>
                  <a:lnTo>
                    <a:pt x="3028967" y="230440"/>
                  </a:lnTo>
                  <a:lnTo>
                    <a:pt x="3038701" y="256009"/>
                  </a:lnTo>
                  <a:lnTo>
                    <a:pt x="3042700" y="287191"/>
                  </a:lnTo>
                  <a:lnTo>
                    <a:pt x="3040971" y="323987"/>
                  </a:lnTo>
                  <a:lnTo>
                    <a:pt x="3033522" y="366397"/>
                  </a:lnTo>
                  <a:lnTo>
                    <a:pt x="3029975" y="381571"/>
                  </a:lnTo>
                  <a:close/>
                </a:path>
                <a:path w="3644900" h="1471295">
                  <a:moveTo>
                    <a:pt x="3472317" y="680154"/>
                  </a:moveTo>
                  <a:lnTo>
                    <a:pt x="3107734" y="680154"/>
                  </a:lnTo>
                  <a:lnTo>
                    <a:pt x="3070353" y="537203"/>
                  </a:lnTo>
                  <a:lnTo>
                    <a:pt x="3061412" y="504127"/>
                  </a:lnTo>
                  <a:lnTo>
                    <a:pt x="3051545" y="466495"/>
                  </a:lnTo>
                  <a:lnTo>
                    <a:pt x="3040734" y="424307"/>
                  </a:lnTo>
                  <a:lnTo>
                    <a:pt x="3029975" y="381571"/>
                  </a:lnTo>
                  <a:lnTo>
                    <a:pt x="3033522" y="366397"/>
                  </a:lnTo>
                  <a:lnTo>
                    <a:pt x="3040971" y="323987"/>
                  </a:lnTo>
                  <a:lnTo>
                    <a:pt x="3042700" y="287191"/>
                  </a:lnTo>
                  <a:lnTo>
                    <a:pt x="3038701" y="256009"/>
                  </a:lnTo>
                  <a:lnTo>
                    <a:pt x="3028967" y="230440"/>
                  </a:lnTo>
                  <a:lnTo>
                    <a:pt x="3324331" y="230440"/>
                  </a:lnTo>
                  <a:lnTo>
                    <a:pt x="3472317" y="680154"/>
                  </a:lnTo>
                  <a:close/>
                </a:path>
                <a:path w="3644900" h="1471295">
                  <a:moveTo>
                    <a:pt x="2084809" y="391433"/>
                  </a:moveTo>
                  <a:lnTo>
                    <a:pt x="1709795" y="391433"/>
                  </a:lnTo>
                  <a:lnTo>
                    <a:pt x="1718142" y="385731"/>
                  </a:lnTo>
                  <a:lnTo>
                    <a:pt x="1726689" y="377839"/>
                  </a:lnTo>
                  <a:lnTo>
                    <a:pt x="1752273" y="342095"/>
                  </a:lnTo>
                  <a:lnTo>
                    <a:pt x="1762411" y="302590"/>
                  </a:lnTo>
                  <a:lnTo>
                    <a:pt x="1761719" y="292737"/>
                  </a:lnTo>
                  <a:lnTo>
                    <a:pt x="1728677" y="265196"/>
                  </a:lnTo>
                  <a:lnTo>
                    <a:pt x="1718355" y="264675"/>
                  </a:lnTo>
                  <a:lnTo>
                    <a:pt x="2094795" y="264675"/>
                  </a:lnTo>
                  <a:lnTo>
                    <a:pt x="2097662" y="302590"/>
                  </a:lnTo>
                  <a:lnTo>
                    <a:pt x="2094319" y="349120"/>
                  </a:lnTo>
                  <a:lnTo>
                    <a:pt x="2084809" y="391433"/>
                  </a:lnTo>
                  <a:close/>
                </a:path>
                <a:path w="3644900" h="1471295">
                  <a:moveTo>
                    <a:pt x="2394821" y="690583"/>
                  </a:moveTo>
                  <a:lnTo>
                    <a:pt x="2009157" y="690583"/>
                  </a:lnTo>
                  <a:lnTo>
                    <a:pt x="2025074" y="660474"/>
                  </a:lnTo>
                  <a:lnTo>
                    <a:pt x="2040196" y="620212"/>
                  </a:lnTo>
                  <a:lnTo>
                    <a:pt x="2054524" y="569797"/>
                  </a:lnTo>
                  <a:lnTo>
                    <a:pt x="2068055" y="509230"/>
                  </a:lnTo>
                  <a:lnTo>
                    <a:pt x="2446734" y="509230"/>
                  </a:lnTo>
                  <a:lnTo>
                    <a:pt x="2433023" y="567242"/>
                  </a:lnTo>
                  <a:lnTo>
                    <a:pt x="2417808" y="622116"/>
                  </a:lnTo>
                  <a:lnTo>
                    <a:pt x="2401093" y="673849"/>
                  </a:lnTo>
                  <a:lnTo>
                    <a:pt x="2394821" y="690583"/>
                  </a:lnTo>
                  <a:close/>
                </a:path>
                <a:path w="3644900" h="1471295">
                  <a:moveTo>
                    <a:pt x="2284418" y="909128"/>
                  </a:moveTo>
                  <a:lnTo>
                    <a:pt x="1790918" y="909128"/>
                  </a:lnTo>
                  <a:lnTo>
                    <a:pt x="1787901" y="904195"/>
                  </a:lnTo>
                  <a:lnTo>
                    <a:pt x="1784008" y="902819"/>
                  </a:lnTo>
                  <a:lnTo>
                    <a:pt x="1628279" y="760648"/>
                  </a:lnTo>
                  <a:lnTo>
                    <a:pt x="2366316" y="760648"/>
                  </a:lnTo>
                  <a:lnTo>
                    <a:pt x="2338000" y="819365"/>
                  </a:lnTo>
                  <a:lnTo>
                    <a:pt x="2313486" y="864091"/>
                  </a:lnTo>
                  <a:lnTo>
                    <a:pt x="2289649" y="902068"/>
                  </a:lnTo>
                  <a:lnTo>
                    <a:pt x="2284418" y="909128"/>
                  </a:lnTo>
                  <a:close/>
                </a:path>
                <a:path w="3644900" h="1471295">
                  <a:moveTo>
                    <a:pt x="2279599" y="915630"/>
                  </a:moveTo>
                  <a:lnTo>
                    <a:pt x="1694560" y="915630"/>
                  </a:lnTo>
                  <a:lnTo>
                    <a:pt x="1712981" y="915031"/>
                  </a:lnTo>
                  <a:lnTo>
                    <a:pt x="1730085" y="913235"/>
                  </a:lnTo>
                  <a:lnTo>
                    <a:pt x="1745924" y="910230"/>
                  </a:lnTo>
                  <a:lnTo>
                    <a:pt x="1760369" y="906057"/>
                  </a:lnTo>
                  <a:lnTo>
                    <a:pt x="1772619" y="902659"/>
                  </a:lnTo>
                  <a:lnTo>
                    <a:pt x="1781798" y="902038"/>
                  </a:lnTo>
                  <a:lnTo>
                    <a:pt x="1784008" y="902819"/>
                  </a:lnTo>
                  <a:lnTo>
                    <a:pt x="1790918" y="909128"/>
                  </a:lnTo>
                  <a:lnTo>
                    <a:pt x="2284418" y="909128"/>
                  </a:lnTo>
                  <a:lnTo>
                    <a:pt x="2279599" y="915630"/>
                  </a:lnTo>
                  <a:close/>
                </a:path>
                <a:path w="3644900" h="1471295">
                  <a:moveTo>
                    <a:pt x="1790918" y="909128"/>
                  </a:moveTo>
                  <a:lnTo>
                    <a:pt x="1784008" y="902819"/>
                  </a:lnTo>
                  <a:lnTo>
                    <a:pt x="1787901" y="904195"/>
                  </a:lnTo>
                  <a:lnTo>
                    <a:pt x="1790918" y="909128"/>
                  </a:lnTo>
                  <a:close/>
                </a:path>
                <a:path w="3644900" h="1471295">
                  <a:moveTo>
                    <a:pt x="3644732" y="1204108"/>
                  </a:moveTo>
                  <a:lnTo>
                    <a:pt x="3243122" y="1204108"/>
                  </a:lnTo>
                  <a:lnTo>
                    <a:pt x="3187914" y="993910"/>
                  </a:lnTo>
                  <a:lnTo>
                    <a:pt x="3575563" y="993910"/>
                  </a:lnTo>
                  <a:lnTo>
                    <a:pt x="3644732" y="1204108"/>
                  </a:lnTo>
                  <a:close/>
                </a:path>
                <a:path w="3644900" h="1471295">
                  <a:moveTo>
                    <a:pt x="2548747" y="1204108"/>
                  </a:moveTo>
                  <a:lnTo>
                    <a:pt x="2414222" y="1204108"/>
                  </a:lnTo>
                  <a:lnTo>
                    <a:pt x="2446193" y="1105709"/>
                  </a:lnTo>
                  <a:lnTo>
                    <a:pt x="2548747" y="1204108"/>
                  </a:lnTo>
                  <a:close/>
                </a:path>
                <a:path w="3644900" h="1471295">
                  <a:moveTo>
                    <a:pt x="2414222" y="1204108"/>
                  </a:moveTo>
                  <a:lnTo>
                    <a:pt x="2065621" y="1204108"/>
                  </a:lnTo>
                  <a:lnTo>
                    <a:pt x="1998712" y="1135024"/>
                  </a:lnTo>
                  <a:lnTo>
                    <a:pt x="2436669" y="1135024"/>
                  </a:lnTo>
                  <a:lnTo>
                    <a:pt x="2414222" y="12041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406476" y="9356459"/>
              <a:ext cx="748275" cy="74827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1463" y="9365322"/>
              <a:ext cx="748275" cy="75365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76041" y="9478869"/>
              <a:ext cx="3711271" cy="5053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Words>105</Words>
  <Application>Microsoft Macintosh PowerPoint</Application>
  <PresentationFormat>Custom</PresentationFormat>
  <Paragraphs>12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Noto Sans</vt:lpstr>
      <vt:lpstr>Office Theme</vt:lpstr>
      <vt:lpstr>PowerPoint Presentation</vt:lpstr>
      <vt:lpstr>PowerPoint Presentation</vt:lpstr>
      <vt:lpstr>- neo4j.com/webinars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Office User</cp:lastModifiedBy>
  <cp:revision>1</cp:revision>
  <dcterms:created xsi:type="dcterms:W3CDTF">2020-09-28T09:37:21Z</dcterms:created>
  <dcterms:modified xsi:type="dcterms:W3CDTF">2020-09-28T10:26:15Z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2020-09-28T00:00:00Z</vt:filetime>
  </property>
</Properties>
</file>