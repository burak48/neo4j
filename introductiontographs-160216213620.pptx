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6256000" cy="9144000"/>
  <p:notesSz cx="16256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7669" y="2514600"/>
            <a:ext cx="12900660" cy="279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0" b="1" i="0">
                <a:solidFill>
                  <a:srgbClr val="0365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1" i="0">
                <a:solidFill>
                  <a:srgbClr val="0365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1" i="0">
                <a:solidFill>
                  <a:srgbClr val="0365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1" i="0">
                <a:solidFill>
                  <a:srgbClr val="0365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4769" y="3314700"/>
            <a:ext cx="11046460" cy="2446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00" b="1" i="0">
                <a:solidFill>
                  <a:srgbClr val="0365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freepdfconvert.com/" TargetMode="External"/><Relationship Id="rId3" Type="http://schemas.openxmlformats.org/officeDocument/2006/relationships/hyperlink" Target="https://www.freepdfconvert.com/membership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2560" rIns="0" bIns="0" rtlCol="0" vert="horz">
            <a:spAutoFit/>
          </a:bodyPr>
          <a:lstStyle/>
          <a:p>
            <a:pPr marL="570230" marR="5080" indent="-546100">
              <a:lnSpc>
                <a:spcPts val="10400"/>
              </a:lnSpc>
              <a:spcBef>
                <a:spcPts val="1280"/>
              </a:spcBef>
            </a:pPr>
            <a:r>
              <a:rPr dirty="0" spc="-1235"/>
              <a:t>DIGITAL </a:t>
            </a:r>
            <a:r>
              <a:rPr dirty="0" spc="-1450"/>
              <a:t>TRANSFORMATION  </a:t>
            </a:r>
            <a:r>
              <a:rPr dirty="0" spc="-800"/>
              <a:t>IN </a:t>
            </a:r>
            <a:r>
              <a:rPr dirty="0" spc="-1580"/>
              <a:t>A </a:t>
            </a:r>
            <a:r>
              <a:rPr dirty="0" spc="-1625"/>
              <a:t>CONNECTED</a:t>
            </a:r>
            <a:r>
              <a:rPr dirty="0" spc="-1540"/>
              <a:t> </a:t>
            </a:r>
            <a:r>
              <a:rPr dirty="0" spc="-1650"/>
              <a:t>WORLD</a:t>
            </a:r>
          </a:p>
        </p:txBody>
      </p:sp>
      <p:sp>
        <p:nvSpPr>
          <p:cNvPr id="3" name="object 3"/>
          <p:cNvSpPr/>
          <p:nvPr/>
        </p:nvSpPr>
        <p:spPr>
          <a:xfrm>
            <a:off x="6972300" y="7797800"/>
            <a:ext cx="2311400" cy="927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54400" y="6032500"/>
            <a:ext cx="934720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35">
                <a:latin typeface="Arial"/>
                <a:cs typeface="Arial"/>
              </a:rPr>
              <a:t>Neo4j </a:t>
            </a:r>
            <a:r>
              <a:rPr dirty="0" sz="3500" spc="-200">
                <a:latin typeface="Arial"/>
                <a:cs typeface="Arial"/>
              </a:rPr>
              <a:t>– </a:t>
            </a:r>
            <a:r>
              <a:rPr dirty="0" sz="3500">
                <a:latin typeface="Arial"/>
                <a:cs typeface="Arial"/>
              </a:rPr>
              <a:t>The </a:t>
            </a:r>
            <a:r>
              <a:rPr dirty="0" sz="3500" spc="55">
                <a:latin typeface="Arial"/>
                <a:cs typeface="Arial"/>
              </a:rPr>
              <a:t>World’s </a:t>
            </a:r>
            <a:r>
              <a:rPr dirty="0" sz="3500" spc="70">
                <a:latin typeface="Arial"/>
                <a:cs typeface="Arial"/>
              </a:rPr>
              <a:t>Leading </a:t>
            </a:r>
            <a:r>
              <a:rPr dirty="0" sz="3500" spc="50">
                <a:latin typeface="Arial"/>
                <a:cs typeface="Arial"/>
              </a:rPr>
              <a:t>Graph</a:t>
            </a:r>
            <a:r>
              <a:rPr dirty="0" sz="3500">
                <a:latin typeface="Arial"/>
                <a:cs typeface="Arial"/>
              </a:rPr>
              <a:t> </a:t>
            </a:r>
            <a:r>
              <a:rPr dirty="0" sz="3500" spc="55">
                <a:latin typeface="Arial"/>
                <a:cs typeface="Arial"/>
              </a:rPr>
              <a:t>Database</a:t>
            </a:r>
            <a:endParaRPr sz="3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8406" y="5684019"/>
            <a:ext cx="7299325" cy="0"/>
          </a:xfrm>
          <a:custGeom>
            <a:avLst/>
            <a:gdLst/>
            <a:ahLst/>
            <a:cxnLst/>
            <a:rect l="l" t="t" r="r" b="b"/>
            <a:pathLst>
              <a:path w="7299325" h="0">
                <a:moveTo>
                  <a:pt x="0" y="0"/>
                </a:moveTo>
                <a:lnTo>
                  <a:pt x="7299187" y="0"/>
                </a:lnTo>
              </a:path>
            </a:pathLst>
          </a:custGeom>
          <a:ln w="12700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240" rIns="0" bIns="0" rtlCol="0" vert="horz">
            <a:spAutoFit/>
          </a:bodyPr>
          <a:lstStyle/>
          <a:p>
            <a:pPr marL="722630" marR="5080" indent="-698500">
              <a:lnSpc>
                <a:spcPts val="9100"/>
              </a:lnSpc>
              <a:spcBef>
                <a:spcPts val="1120"/>
              </a:spcBef>
            </a:pPr>
            <a:r>
              <a:rPr dirty="0" spc="-844"/>
              <a:t>What </a:t>
            </a:r>
            <a:r>
              <a:rPr dirty="0" spc="-625"/>
              <a:t>is </a:t>
            </a:r>
            <a:r>
              <a:rPr dirty="0" spc="-670"/>
              <a:t>the </a:t>
            </a:r>
            <a:r>
              <a:rPr dirty="0" spc="-855"/>
              <a:t>most </a:t>
            </a:r>
            <a:r>
              <a:rPr dirty="0" spc="-665"/>
              <a:t>powerful  </a:t>
            </a:r>
            <a:r>
              <a:rPr dirty="0" spc="-720"/>
              <a:t>database </a:t>
            </a:r>
            <a:r>
              <a:rPr dirty="0" spc="-620"/>
              <a:t>in </a:t>
            </a:r>
            <a:r>
              <a:rPr dirty="0" spc="-670"/>
              <a:t>the</a:t>
            </a:r>
            <a:r>
              <a:rPr dirty="0" spc="380"/>
              <a:t> </a:t>
            </a:r>
            <a:r>
              <a:rPr dirty="0" spc="-750"/>
              <a:t>world?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721" y="1257300"/>
            <a:ext cx="702183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660" algn="l"/>
                <a:tab pos="1384300" algn="l"/>
                <a:tab pos="1932939" algn="l"/>
                <a:tab pos="2755900" algn="l"/>
                <a:tab pos="5911215" algn="l"/>
              </a:tabLst>
            </a:pPr>
            <a:r>
              <a:rPr dirty="0" sz="1800" b="0">
                <a:solidFill>
                  <a:srgbClr val="000000"/>
                </a:solidFill>
                <a:latin typeface="Courier New"/>
                <a:cs typeface="Courier New"/>
              </a:rPr>
              <a:t>Thank	you	for	using	</a:t>
            </a:r>
            <a:r>
              <a:rPr dirty="0" sz="1800" b="0">
                <a:solidFill>
                  <a:srgbClr val="000000"/>
                </a:solidFill>
                <a:latin typeface="Courier New"/>
                <a:cs typeface="Courier New"/>
                <a:hlinkClick r:id="rId2"/>
              </a:rPr>
              <a:t>www.freepdfconvert.com</a:t>
            </a:r>
            <a:r>
              <a:rPr dirty="0" sz="1800" b="0">
                <a:solidFill>
                  <a:srgbClr val="000000"/>
                </a:solidFill>
                <a:latin typeface="Courier New"/>
                <a:cs typeface="Courier New"/>
              </a:rPr>
              <a:t>	service!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588" y="1805940"/>
            <a:ext cx="6816090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0000"/>
                </a:solidFill>
                <a:latin typeface="Courier New"/>
                <a:cs typeface="Courier New"/>
              </a:rPr>
              <a:t>Only two pages are converted. Please Sign Up to convert all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FF0000"/>
                </a:solidFill>
                <a:latin typeface="Courier New"/>
                <a:cs typeface="Courier New"/>
              </a:rPr>
              <a:t>pages.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u="sng" sz="13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/>
                <a:cs typeface="Courier New"/>
                <a:hlinkClick r:id="rId3"/>
              </a:rPr>
              <a:t>https://www.freepdfconvert.com/membership</a:t>
            </a:r>
            <a:endParaRPr sz="1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2020-09-28T12:57:37Z</dcterms:created>
  <dcterms:modified xsi:type="dcterms:W3CDTF">2020-09-28T12:57:37Z</dcterms:modified>
</cp:coreProperties>
</file>